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7" r:id="rId6"/>
    <p:sldMasterId id="2147483691" r:id="rId7"/>
    <p:sldMasterId id="2147483702" r:id="rId8"/>
  </p:sldMasterIdLst>
  <p:notesMasterIdLst>
    <p:notesMasterId r:id="rId11"/>
  </p:notesMasterIdLst>
  <p:sldIdLst>
    <p:sldId id="2147483644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A22A11-CDBE-74EB-446E-F66B664987CD}" name="Michael Setyawan" initials="MS" userId="S::michael.setyawan@zs.com::5f0f959c-e1ef-4b3d-a20c-01e947441b97" providerId="AD"/>
  <p188:author id="{C8F11A7A-97CB-432F-FDA8-B327572B6B15}" name="Schwinkendorf, Chris" initials="CS" userId="S::cschwinkendorf@abbvie.com::584bb382-8d8a-4d7e-a4ba-0d27dc55e5c0" providerId="AD"/>
  <p188:author id="{5F68AC8A-ABF9-E410-B967-5563E51E4E0B}" name="Sander Danly" initials="SD" userId="S::sander.danly@zs.com::e2c98118-d446-4355-8532-2a930a390f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FF9900"/>
    <a:srgbClr val="FFE680"/>
    <a:srgbClr val="002A38"/>
    <a:srgbClr val="005570"/>
    <a:srgbClr val="288986"/>
    <a:srgbClr val="FFFFFF"/>
    <a:srgbClr val="808080"/>
    <a:srgbClr val="FFCE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3E023-05E3-438D-8C37-707F1C7219BB}" v="83" dt="2025-11-14T13:26:22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2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nalim Sonowal" userId="5e6d77d1-ad8f-47aa-84cc-3b78163aeff7" providerId="ADAL" clId="{04AF70D1-BD4C-4325-BA31-A217ECB0606F}"/>
    <pc:docChg chg="undo custSel addSld delSld modSld sldOrd delMainMaster modSection">
      <pc:chgData name="Swarnalim Sonowal" userId="5e6d77d1-ad8f-47aa-84cc-3b78163aeff7" providerId="ADAL" clId="{04AF70D1-BD4C-4325-BA31-A217ECB0606F}" dt="2025-11-07T17:11:45.575" v="478" actId="47"/>
      <pc:docMkLst>
        <pc:docMk/>
      </pc:docMkLst>
      <pc:sldChg chg="add">
        <pc:chgData name="Swarnalim Sonowal" userId="5e6d77d1-ad8f-47aa-84cc-3b78163aeff7" providerId="ADAL" clId="{04AF70D1-BD4C-4325-BA31-A217ECB0606F}" dt="2025-11-07T16:53:49.319" v="26"/>
        <pc:sldMkLst>
          <pc:docMk/>
          <pc:sldMk cId="2226352538" sldId="256"/>
        </pc:sldMkLst>
      </pc:sldChg>
      <pc:sldChg chg="addSp modSp add mod">
        <pc:chgData name="Swarnalim Sonowal" userId="5e6d77d1-ad8f-47aa-84cc-3b78163aeff7" providerId="ADAL" clId="{04AF70D1-BD4C-4325-BA31-A217ECB0606F}" dt="2025-11-07T17:04:23.211" v="377" actId="207"/>
        <pc:sldMkLst>
          <pc:docMk/>
          <pc:sldMk cId="591686514" sldId="257"/>
        </pc:sldMkLst>
        <pc:spChg chg="add mod">
          <ac:chgData name="Swarnalim Sonowal" userId="5e6d77d1-ad8f-47aa-84cc-3b78163aeff7" providerId="ADAL" clId="{04AF70D1-BD4C-4325-BA31-A217ECB0606F}" dt="2025-11-07T17:04:23.211" v="377" actId="207"/>
          <ac:spMkLst>
            <pc:docMk/>
            <pc:sldMk cId="591686514" sldId="257"/>
            <ac:spMk id="4" creationId="{F8902D4B-8EB4-F690-DFD5-2AAFB07FEAE5}"/>
          </ac:spMkLst>
        </pc:spChg>
        <pc:picChg chg="add mod">
          <ac:chgData name="Swarnalim Sonowal" userId="5e6d77d1-ad8f-47aa-84cc-3b78163aeff7" providerId="ADAL" clId="{04AF70D1-BD4C-4325-BA31-A217ECB0606F}" dt="2025-11-07T17:03:53.774" v="375" actId="196"/>
          <ac:picMkLst>
            <pc:docMk/>
            <pc:sldMk cId="591686514" sldId="257"/>
            <ac:picMk id="12" creationId="{F154976D-2DD4-36EF-1BF9-DD71F6853B2B}"/>
          </ac:picMkLst>
        </pc:picChg>
      </pc:sldChg>
      <pc:sldChg chg="add">
        <pc:chgData name="Swarnalim Sonowal" userId="5e6d77d1-ad8f-47aa-84cc-3b78163aeff7" providerId="ADAL" clId="{04AF70D1-BD4C-4325-BA31-A217ECB0606F}" dt="2025-11-07T16:53:32.676" v="25"/>
        <pc:sldMkLst>
          <pc:docMk/>
          <pc:sldMk cId="2479364252" sldId="258"/>
        </pc:sldMkLst>
      </pc:sldChg>
      <pc:sldChg chg="delSp modSp add mod">
        <pc:chgData name="Swarnalim Sonowal" userId="5e6d77d1-ad8f-47aa-84cc-3b78163aeff7" providerId="ADAL" clId="{04AF70D1-BD4C-4325-BA31-A217ECB0606F}" dt="2025-11-07T17:06:23.233" v="387" actId="478"/>
        <pc:sldMkLst>
          <pc:docMk/>
          <pc:sldMk cId="2916541733" sldId="260"/>
        </pc:sldMkLst>
        <pc:spChg chg="mod">
          <ac:chgData name="Swarnalim Sonowal" userId="5e6d77d1-ad8f-47aa-84cc-3b78163aeff7" providerId="ADAL" clId="{04AF70D1-BD4C-4325-BA31-A217ECB0606F}" dt="2025-11-07T17:06:21.139" v="386" actId="14100"/>
          <ac:spMkLst>
            <pc:docMk/>
            <pc:sldMk cId="2916541733" sldId="260"/>
            <ac:spMk id="5" creationId="{85E6BFF5-DF3D-F600-0B85-34B947399E3A}"/>
          </ac:spMkLst>
        </pc:spChg>
      </pc:sldChg>
      <pc:sldChg chg="modSp add mod">
        <pc:chgData name="Swarnalim Sonowal" userId="5e6d77d1-ad8f-47aa-84cc-3b78163aeff7" providerId="ADAL" clId="{04AF70D1-BD4C-4325-BA31-A217ECB0606F}" dt="2025-11-07T17:08:13.356" v="443" actId="20577"/>
        <pc:sldMkLst>
          <pc:docMk/>
          <pc:sldMk cId="1028292808" sldId="261"/>
        </pc:sldMkLst>
        <pc:spChg chg="mod">
          <ac:chgData name="Swarnalim Sonowal" userId="5e6d77d1-ad8f-47aa-84cc-3b78163aeff7" providerId="ADAL" clId="{04AF70D1-BD4C-4325-BA31-A217ECB0606F}" dt="2025-11-07T17:08:13.356" v="443" actId="20577"/>
          <ac:spMkLst>
            <pc:docMk/>
            <pc:sldMk cId="1028292808" sldId="261"/>
            <ac:spMk id="11" creationId="{D8F9A737-C451-C278-841C-7020A946DC2A}"/>
          </ac:spMkLst>
        </pc:spChg>
      </pc:sldChg>
      <pc:sldChg chg="modSp add del mod">
        <pc:chgData name="Swarnalim Sonowal" userId="5e6d77d1-ad8f-47aa-84cc-3b78163aeff7" providerId="ADAL" clId="{04AF70D1-BD4C-4325-BA31-A217ECB0606F}" dt="2025-11-07T16:55:18.646" v="28" actId="20577"/>
        <pc:sldMkLst>
          <pc:docMk/>
          <pc:sldMk cId="3776197323" sldId="262"/>
        </pc:sldMkLst>
        <pc:spChg chg="mod">
          <ac:chgData name="Swarnalim Sonowal" userId="5e6d77d1-ad8f-47aa-84cc-3b78163aeff7" providerId="ADAL" clId="{04AF70D1-BD4C-4325-BA31-A217ECB0606F}" dt="2025-11-07T16:55:18.646" v="28" actId="20577"/>
          <ac:spMkLst>
            <pc:docMk/>
            <pc:sldMk cId="3776197323" sldId="262"/>
            <ac:spMk id="20" creationId="{C0AC5B3C-1270-0FDD-C792-F0C96FF03110}"/>
          </ac:spMkLst>
        </pc:spChg>
      </pc:sldChg>
      <pc:sldChg chg="modSp add mod">
        <pc:chgData name="Swarnalim Sonowal" userId="5e6d77d1-ad8f-47aa-84cc-3b78163aeff7" providerId="ADAL" clId="{04AF70D1-BD4C-4325-BA31-A217ECB0606F}" dt="2025-11-07T17:09:49.566" v="471" actId="20577"/>
        <pc:sldMkLst>
          <pc:docMk/>
          <pc:sldMk cId="3030799196" sldId="264"/>
        </pc:sldMkLst>
        <pc:spChg chg="mod">
          <ac:chgData name="Swarnalim Sonowal" userId="5e6d77d1-ad8f-47aa-84cc-3b78163aeff7" providerId="ADAL" clId="{04AF70D1-BD4C-4325-BA31-A217ECB0606F}" dt="2025-11-07T17:09:49.566" v="471" actId="20577"/>
          <ac:spMkLst>
            <pc:docMk/>
            <pc:sldMk cId="3030799196" sldId="264"/>
            <ac:spMk id="4" creationId="{96EA85E0-D480-5225-A9A2-01BE880C5B07}"/>
          </ac:spMkLst>
        </pc:spChg>
      </pc:sldChg>
      <pc:sldChg chg="modSp add del mod">
        <pc:chgData name="Swarnalim Sonowal" userId="5e6d77d1-ad8f-47aa-84cc-3b78163aeff7" providerId="ADAL" clId="{04AF70D1-BD4C-4325-BA31-A217ECB0606F}" dt="2025-11-07T16:58:18.874" v="145" actId="20577"/>
        <pc:sldMkLst>
          <pc:docMk/>
          <pc:sldMk cId="2848448754" sldId="265"/>
        </pc:sldMkLst>
        <pc:spChg chg="mod">
          <ac:chgData name="Swarnalim Sonowal" userId="5e6d77d1-ad8f-47aa-84cc-3b78163aeff7" providerId="ADAL" clId="{04AF70D1-BD4C-4325-BA31-A217ECB0606F}" dt="2025-11-07T16:58:18.874" v="145" actId="20577"/>
          <ac:spMkLst>
            <pc:docMk/>
            <pc:sldMk cId="2848448754" sldId="265"/>
            <ac:spMk id="11" creationId="{D6154588-BF9F-4DED-8E9D-4F6DCAB16680}"/>
          </ac:spMkLst>
        </pc:spChg>
        <pc:spChg chg="mod">
          <ac:chgData name="Swarnalim Sonowal" userId="5e6d77d1-ad8f-47aa-84cc-3b78163aeff7" providerId="ADAL" clId="{04AF70D1-BD4C-4325-BA31-A217ECB0606F}" dt="2025-11-07T16:56:58.636" v="102" actId="20577"/>
          <ac:spMkLst>
            <pc:docMk/>
            <pc:sldMk cId="2848448754" sldId="265"/>
            <ac:spMk id="60" creationId="{BD12EA5C-E335-F54D-DB55-DEB6AB8F68B3}"/>
          </ac:spMkLst>
        </pc:spChg>
      </pc:sldChg>
      <pc:sldChg chg="add del ord">
        <pc:chgData name="Swarnalim Sonowal" userId="5e6d77d1-ad8f-47aa-84cc-3b78163aeff7" providerId="ADAL" clId="{04AF70D1-BD4C-4325-BA31-A217ECB0606F}" dt="2025-11-07T16:49:42.752" v="7"/>
        <pc:sldMkLst>
          <pc:docMk/>
          <pc:sldMk cId="131197403" sldId="267"/>
        </pc:sldMkLst>
      </pc:sldChg>
      <pc:sldChg chg="add">
        <pc:chgData name="Swarnalim Sonowal" userId="5e6d77d1-ad8f-47aa-84cc-3b78163aeff7" providerId="ADAL" clId="{04AF70D1-BD4C-4325-BA31-A217ECB0606F}" dt="2025-11-07T16:49:59.396" v="9"/>
        <pc:sldMkLst>
          <pc:docMk/>
          <pc:sldMk cId="1136433479" sldId="268"/>
        </pc:sldMkLst>
      </pc:sldChg>
      <pc:sldChg chg="add">
        <pc:chgData name="Swarnalim Sonowal" userId="5e6d77d1-ad8f-47aa-84cc-3b78163aeff7" providerId="ADAL" clId="{04AF70D1-BD4C-4325-BA31-A217ECB0606F}" dt="2025-11-07T16:51:45.680" v="22"/>
        <pc:sldMkLst>
          <pc:docMk/>
          <pc:sldMk cId="3299881591" sldId="269"/>
        </pc:sldMkLst>
      </pc:sldChg>
      <pc:sldChg chg="add">
        <pc:chgData name="Swarnalim Sonowal" userId="5e6d77d1-ad8f-47aa-84cc-3b78163aeff7" providerId="ADAL" clId="{04AF70D1-BD4C-4325-BA31-A217ECB0606F}" dt="2025-11-07T16:53:49.319" v="26"/>
        <pc:sldMkLst>
          <pc:docMk/>
          <pc:sldMk cId="1119107734" sldId="270"/>
        </pc:sldMkLst>
      </pc:sldChg>
      <pc:sldChg chg="modSp add mod">
        <pc:chgData name="Swarnalim Sonowal" userId="5e6d77d1-ad8f-47aa-84cc-3b78163aeff7" providerId="ADAL" clId="{04AF70D1-BD4C-4325-BA31-A217ECB0606F}" dt="2025-11-07T17:10:51.728" v="476" actId="313"/>
        <pc:sldMkLst>
          <pc:docMk/>
          <pc:sldMk cId="3491140686" sldId="271"/>
        </pc:sldMkLst>
        <pc:spChg chg="mod">
          <ac:chgData name="Swarnalim Sonowal" userId="5e6d77d1-ad8f-47aa-84cc-3b78163aeff7" providerId="ADAL" clId="{04AF70D1-BD4C-4325-BA31-A217ECB0606F}" dt="2025-11-07T17:10:51.728" v="476" actId="313"/>
          <ac:spMkLst>
            <pc:docMk/>
            <pc:sldMk cId="3491140686" sldId="271"/>
            <ac:spMk id="34" creationId="{63D4FB31-3B0C-0E08-B159-35040F9F6CD9}"/>
          </ac:spMkLst>
        </pc:spChg>
      </pc:sldChg>
      <pc:sldChg chg="add del">
        <pc:chgData name="Swarnalim Sonowal" userId="5e6d77d1-ad8f-47aa-84cc-3b78163aeff7" providerId="ADAL" clId="{04AF70D1-BD4C-4325-BA31-A217ECB0606F}" dt="2025-11-07T16:49:59.396" v="9"/>
        <pc:sldMkLst>
          <pc:docMk/>
          <pc:sldMk cId="793228016" sldId="276"/>
        </pc:sldMkLst>
      </pc:sldChg>
      <pc:sldChg chg="modSp add mod">
        <pc:chgData name="Swarnalim Sonowal" userId="5e6d77d1-ad8f-47aa-84cc-3b78163aeff7" providerId="ADAL" clId="{04AF70D1-BD4C-4325-BA31-A217ECB0606F}" dt="2025-11-07T17:07:00.448" v="412" actId="20577"/>
        <pc:sldMkLst>
          <pc:docMk/>
          <pc:sldMk cId="3324570153" sldId="277"/>
        </pc:sldMkLst>
        <pc:spChg chg="mod">
          <ac:chgData name="Swarnalim Sonowal" userId="5e6d77d1-ad8f-47aa-84cc-3b78163aeff7" providerId="ADAL" clId="{04AF70D1-BD4C-4325-BA31-A217ECB0606F}" dt="2025-11-07T17:07:00.448" v="412" actId="20577"/>
          <ac:spMkLst>
            <pc:docMk/>
            <pc:sldMk cId="3324570153" sldId="277"/>
            <ac:spMk id="4" creationId="{C08989A8-51E5-8F26-9BE9-6A0E8876B343}"/>
          </ac:spMkLst>
        </pc:spChg>
      </pc:sldChg>
      <pc:sldChg chg="modSp add del mod">
        <pc:chgData name="Swarnalim Sonowal" userId="5e6d77d1-ad8f-47aa-84cc-3b78163aeff7" providerId="ADAL" clId="{04AF70D1-BD4C-4325-BA31-A217ECB0606F}" dt="2025-11-07T16:58:09.318" v="143" actId="20577"/>
        <pc:sldMkLst>
          <pc:docMk/>
          <pc:sldMk cId="887307674" sldId="280"/>
        </pc:sldMkLst>
        <pc:spChg chg="mod">
          <ac:chgData name="Swarnalim Sonowal" userId="5e6d77d1-ad8f-47aa-84cc-3b78163aeff7" providerId="ADAL" clId="{04AF70D1-BD4C-4325-BA31-A217ECB0606F}" dt="2025-11-07T16:58:09.318" v="143" actId="20577"/>
          <ac:spMkLst>
            <pc:docMk/>
            <pc:sldMk cId="887307674" sldId="280"/>
            <ac:spMk id="21" creationId="{DA166B17-239C-28D7-711B-8C285DB8F5FF}"/>
          </ac:spMkLst>
        </pc:spChg>
      </pc:sldChg>
      <pc:sldChg chg="add del">
        <pc:chgData name="Swarnalim Sonowal" userId="5e6d77d1-ad8f-47aa-84cc-3b78163aeff7" providerId="ADAL" clId="{04AF70D1-BD4C-4325-BA31-A217ECB0606F}" dt="2025-11-07T16:50:45.256" v="11"/>
        <pc:sldMkLst>
          <pc:docMk/>
          <pc:sldMk cId="3169545482" sldId="281"/>
        </pc:sldMkLst>
      </pc:sldChg>
      <pc:sldChg chg="add">
        <pc:chgData name="Swarnalim Sonowal" userId="5e6d77d1-ad8f-47aa-84cc-3b78163aeff7" providerId="ADAL" clId="{04AF70D1-BD4C-4325-BA31-A217ECB0606F}" dt="2025-11-07T16:50:45.256" v="11"/>
        <pc:sldMkLst>
          <pc:docMk/>
          <pc:sldMk cId="1936183022" sldId="282"/>
        </pc:sldMkLst>
      </pc:sldChg>
      <pc:sldChg chg="modSp add del mod">
        <pc:chgData name="Swarnalim Sonowal" userId="5e6d77d1-ad8f-47aa-84cc-3b78163aeff7" providerId="ADAL" clId="{04AF70D1-BD4C-4325-BA31-A217ECB0606F}" dt="2025-11-07T16:59:20.200" v="266" actId="20577"/>
        <pc:sldMkLst>
          <pc:docMk/>
          <pc:sldMk cId="791282007" sldId="284"/>
        </pc:sldMkLst>
        <pc:spChg chg="mod">
          <ac:chgData name="Swarnalim Sonowal" userId="5e6d77d1-ad8f-47aa-84cc-3b78163aeff7" providerId="ADAL" clId="{04AF70D1-BD4C-4325-BA31-A217ECB0606F}" dt="2025-11-07T16:59:20.200" v="266" actId="20577"/>
          <ac:spMkLst>
            <pc:docMk/>
            <pc:sldMk cId="791282007" sldId="284"/>
            <ac:spMk id="45" creationId="{C8740F3B-7D20-0B45-E095-BFB6662A1FEA}"/>
          </ac:spMkLst>
        </pc:spChg>
      </pc:sldChg>
      <pc:sldChg chg="add">
        <pc:chgData name="Swarnalim Sonowal" userId="5e6d77d1-ad8f-47aa-84cc-3b78163aeff7" providerId="ADAL" clId="{04AF70D1-BD4C-4325-BA31-A217ECB0606F}" dt="2025-11-07T16:49:07.868" v="0"/>
        <pc:sldMkLst>
          <pc:docMk/>
          <pc:sldMk cId="4081585912" sldId="2134960060"/>
        </pc:sldMkLst>
      </pc:sldChg>
      <pc:sldChg chg="modSp add mod">
        <pc:chgData name="Swarnalim Sonowal" userId="5e6d77d1-ad8f-47aa-84cc-3b78163aeff7" providerId="ADAL" clId="{04AF70D1-BD4C-4325-BA31-A217ECB0606F}" dt="2025-11-07T17:05:27.372" v="385" actId="20577"/>
        <pc:sldMkLst>
          <pc:docMk/>
          <pc:sldMk cId="359313443" sldId="2147483646"/>
        </pc:sldMkLst>
        <pc:graphicFrameChg chg="modGraphic">
          <ac:chgData name="Swarnalim Sonowal" userId="5e6d77d1-ad8f-47aa-84cc-3b78163aeff7" providerId="ADAL" clId="{04AF70D1-BD4C-4325-BA31-A217ECB0606F}" dt="2025-11-07T17:05:27.372" v="385" actId="20577"/>
          <ac:graphicFrameMkLst>
            <pc:docMk/>
            <pc:sldMk cId="359313443" sldId="2147483646"/>
            <ac:graphicFrameMk id="8" creationId="{59FE9688-7974-0204-280D-E056D1C25180}"/>
          </ac:graphicFrameMkLst>
        </pc:graphicFrameChg>
      </pc:sldChg>
      <pc:sldChg chg="addSp delSp modSp add mod">
        <pc:chgData name="Swarnalim Sonowal" userId="5e6d77d1-ad8f-47aa-84cc-3b78163aeff7" providerId="ADAL" clId="{04AF70D1-BD4C-4325-BA31-A217ECB0606F}" dt="2025-11-07T17:00:42.279" v="280" actId="478"/>
        <pc:sldMkLst>
          <pc:docMk/>
          <pc:sldMk cId="2272818155" sldId="2147483647"/>
        </pc:sldMkLst>
        <pc:spChg chg="mod">
          <ac:chgData name="Swarnalim Sonowal" userId="5e6d77d1-ad8f-47aa-84cc-3b78163aeff7" providerId="ADAL" clId="{04AF70D1-BD4C-4325-BA31-A217ECB0606F}" dt="2025-11-07T17:00:30.262" v="276" actId="20577"/>
          <ac:spMkLst>
            <pc:docMk/>
            <pc:sldMk cId="2272818155" sldId="2147483647"/>
            <ac:spMk id="57" creationId="{6F3B3FE3-33E2-8F2E-B157-3D7AC82C99AC}"/>
          </ac:spMkLst>
        </pc:spChg>
      </pc:sldChg>
      <pc:sldMasterChg chg="delSldLayout">
        <pc:chgData name="Swarnalim Sonowal" userId="5e6d77d1-ad8f-47aa-84cc-3b78163aeff7" providerId="ADAL" clId="{04AF70D1-BD4C-4325-BA31-A217ECB0606F}" dt="2025-11-07T16:49:49.422" v="8" actId="47"/>
        <pc:sldMasterMkLst>
          <pc:docMk/>
          <pc:sldMasterMk cId="486640876" sldId="2147483667"/>
        </pc:sldMasterMkLst>
      </pc:sldMasterChg>
    </pc:docChg>
  </pc:docChgLst>
  <pc:docChgLst>
    <pc:chgData name="Ayush Mishra" userId="f5bdb7c6-75d9-4931-9313-8a341c306c9e" providerId="ADAL" clId="{C1FFE5C1-F4B8-40E9-9162-E28704C05034}"/>
    <pc:docChg chg="undo custSel addSld modSld modSection">
      <pc:chgData name="Ayush Mishra" userId="f5bdb7c6-75d9-4931-9313-8a341c306c9e" providerId="ADAL" clId="{C1FFE5C1-F4B8-40E9-9162-E28704C05034}" dt="2025-11-12T09:20:42.508" v="186" actId="729"/>
      <pc:docMkLst>
        <pc:docMk/>
      </pc:docMkLst>
      <pc:sldChg chg="mod modShow">
        <pc:chgData name="Ayush Mishra" userId="f5bdb7c6-75d9-4931-9313-8a341c306c9e" providerId="ADAL" clId="{C1FFE5C1-F4B8-40E9-9162-E28704C05034}" dt="2025-11-12T09:20:42.508" v="186" actId="729"/>
        <pc:sldMkLst>
          <pc:docMk/>
          <pc:sldMk cId="1073873169" sldId="259"/>
        </pc:sldMkLst>
      </pc:sldChg>
      <pc:sldChg chg="addSp delSp modSp add mod modAnim">
        <pc:chgData name="Ayush Mishra" userId="f5bdb7c6-75d9-4931-9313-8a341c306c9e" providerId="ADAL" clId="{C1FFE5C1-F4B8-40E9-9162-E28704C05034}" dt="2025-11-12T09:18:14.320" v="185" actId="14429"/>
        <pc:sldMkLst>
          <pc:docMk/>
          <pc:sldMk cId="62173308" sldId="263"/>
        </pc:sldMkLst>
        <pc:picChg chg="add mod ord modVis">
          <ac:chgData name="Ayush Mishra" userId="f5bdb7c6-75d9-4931-9313-8a341c306c9e" providerId="ADAL" clId="{C1FFE5C1-F4B8-40E9-9162-E28704C05034}" dt="2025-11-12T08:01:19.292" v="107" actId="14430"/>
          <ac:picMkLst>
            <pc:docMk/>
            <pc:sldMk cId="62173308" sldId="263"/>
            <ac:picMk id="8" creationId="{D53C188D-9271-5928-9037-8569FD334652}"/>
          </ac:picMkLst>
        </pc:picChg>
        <pc:picChg chg="add mod ord modVis">
          <ac:chgData name="Ayush Mishra" userId="f5bdb7c6-75d9-4931-9313-8a341c306c9e" providerId="ADAL" clId="{C1FFE5C1-F4B8-40E9-9162-E28704C05034}" dt="2025-11-12T09:18:14.320" v="185" actId="14429"/>
          <ac:picMkLst>
            <pc:docMk/>
            <pc:sldMk cId="62173308" sldId="263"/>
            <ac:picMk id="12" creationId="{6BA6A3EB-03F7-D831-159A-5D9C07631350}"/>
          </ac:picMkLst>
        </pc:picChg>
        <pc:picChg chg="add mod ord">
          <ac:chgData name="Ayush Mishra" userId="f5bdb7c6-75d9-4931-9313-8a341c306c9e" providerId="ADAL" clId="{C1FFE5C1-F4B8-40E9-9162-E28704C05034}" dt="2025-11-12T09:17:59.446" v="180" actId="14100"/>
          <ac:picMkLst>
            <pc:docMk/>
            <pc:sldMk cId="62173308" sldId="263"/>
            <ac:picMk id="15" creationId="{D5B5DC8B-D53F-40C3-D402-7D2292CE8305}"/>
          </ac:picMkLst>
        </pc:picChg>
        <pc:picChg chg="del">
          <ac:chgData name="Ayush Mishra" userId="f5bdb7c6-75d9-4931-9313-8a341c306c9e" providerId="ADAL" clId="{C1FFE5C1-F4B8-40E9-9162-E28704C05034}" dt="2025-11-12T07:38:17.159" v="1" actId="478"/>
          <ac:picMkLst>
            <pc:docMk/>
            <pc:sldMk cId="62173308" sldId="263"/>
            <ac:picMk id="17" creationId="{E5BD9486-A449-502F-C07B-3AA57810A317}"/>
          </ac:picMkLst>
        </pc:picChg>
      </pc:sldChg>
    </pc:docChg>
  </pc:docChgLst>
  <pc:docChgLst>
    <pc:chgData name="Schwinkendorf, Chris" userId="584bb382-8d8a-4d7e-a4ba-0d27dc55e5c0" providerId="ADAL" clId="{C831A2DE-B3A2-4A2A-A901-8E32A70AA3E6}"/>
    <pc:docChg chg="undo custSel addSld delSld modSld sldOrd modSection">
      <pc:chgData name="Schwinkendorf, Chris" userId="584bb382-8d8a-4d7e-a4ba-0d27dc55e5c0" providerId="ADAL" clId="{C831A2DE-B3A2-4A2A-A901-8E32A70AA3E6}" dt="2025-11-12T18:10:41.811" v="868" actId="478"/>
      <pc:docMkLst>
        <pc:docMk/>
      </pc:docMkLst>
      <pc:sldChg chg="add del">
        <pc:chgData name="Schwinkendorf, Chris" userId="584bb382-8d8a-4d7e-a4ba-0d27dc55e5c0" providerId="ADAL" clId="{C831A2DE-B3A2-4A2A-A901-8E32A70AA3E6}" dt="2025-11-07T21:34:36.570" v="856" actId="2696"/>
        <pc:sldMkLst>
          <pc:docMk/>
          <pc:sldMk cId="2226352538" sldId="256"/>
        </pc:sldMkLst>
      </pc:sldChg>
      <pc:sldChg chg="add del">
        <pc:chgData name="Schwinkendorf, Chris" userId="584bb382-8d8a-4d7e-a4ba-0d27dc55e5c0" providerId="ADAL" clId="{C831A2DE-B3A2-4A2A-A901-8E32A70AA3E6}" dt="2025-11-07T21:34:40.214" v="859" actId="2696"/>
        <pc:sldMkLst>
          <pc:docMk/>
          <pc:sldMk cId="2479364252" sldId="258"/>
        </pc:sldMkLst>
      </pc:sldChg>
      <pc:sldChg chg="addSp delSp modSp mod">
        <pc:chgData name="Schwinkendorf, Chris" userId="584bb382-8d8a-4d7e-a4ba-0d27dc55e5c0" providerId="ADAL" clId="{C831A2DE-B3A2-4A2A-A901-8E32A70AA3E6}" dt="2025-11-12T18:10:41.811" v="868" actId="478"/>
        <pc:sldMkLst>
          <pc:docMk/>
          <pc:sldMk cId="1073873169" sldId="259"/>
        </pc:sldMkLst>
        <pc:spChg chg="del">
          <ac:chgData name="Schwinkendorf, Chris" userId="584bb382-8d8a-4d7e-a4ba-0d27dc55e5c0" providerId="ADAL" clId="{C831A2DE-B3A2-4A2A-A901-8E32A70AA3E6}" dt="2025-11-12T18:10:41.811" v="868" actId="478"/>
          <ac:spMkLst>
            <pc:docMk/>
            <pc:sldMk cId="1073873169" sldId="259"/>
            <ac:spMk id="2" creationId="{3BF03023-2AEC-9148-0288-EBA9D6CC2304}"/>
          </ac:spMkLst>
        </pc:spChg>
        <pc:spChg chg="del">
          <ac:chgData name="Schwinkendorf, Chris" userId="584bb382-8d8a-4d7e-a4ba-0d27dc55e5c0" providerId="ADAL" clId="{C831A2DE-B3A2-4A2A-A901-8E32A70AA3E6}" dt="2025-11-12T18:10:41.811" v="868" actId="478"/>
          <ac:spMkLst>
            <pc:docMk/>
            <pc:sldMk cId="1073873169" sldId="259"/>
            <ac:spMk id="3" creationId="{E720F452-9028-4C9C-6BAD-E12E511A94C0}"/>
          </ac:spMkLst>
        </pc:spChg>
        <pc:spChg chg="del">
          <ac:chgData name="Schwinkendorf, Chris" userId="584bb382-8d8a-4d7e-a4ba-0d27dc55e5c0" providerId="ADAL" clId="{C831A2DE-B3A2-4A2A-A901-8E32A70AA3E6}" dt="2025-11-12T18:10:41.811" v="868" actId="478"/>
          <ac:spMkLst>
            <pc:docMk/>
            <pc:sldMk cId="1073873169" sldId="259"/>
            <ac:spMk id="4" creationId="{D09BE90C-B206-E0A0-B3E3-38790FA97F8D}"/>
          </ac:spMkLst>
        </pc:spChg>
        <pc:spChg chg="del">
          <ac:chgData name="Schwinkendorf, Chris" userId="584bb382-8d8a-4d7e-a4ba-0d27dc55e5c0" providerId="ADAL" clId="{C831A2DE-B3A2-4A2A-A901-8E32A70AA3E6}" dt="2025-11-12T18:10:41.811" v="868" actId="478"/>
          <ac:spMkLst>
            <pc:docMk/>
            <pc:sldMk cId="1073873169" sldId="259"/>
            <ac:spMk id="9" creationId="{4DE7D411-ECF8-F472-4220-62B00FD6C23A}"/>
          </ac:spMkLst>
        </pc:spChg>
        <pc:picChg chg="add del mod">
          <ac:chgData name="Schwinkendorf, Chris" userId="584bb382-8d8a-4d7e-a4ba-0d27dc55e5c0" providerId="ADAL" clId="{C831A2DE-B3A2-4A2A-A901-8E32A70AA3E6}" dt="2025-11-11T17:28:36.190" v="867" actId="478"/>
          <ac:picMkLst>
            <pc:docMk/>
            <pc:sldMk cId="1073873169" sldId="259"/>
            <ac:picMk id="1026" creationId="{697F3C32-5774-F24D-8263-BBEFA25DAD28}"/>
          </ac:picMkLst>
        </pc:picChg>
      </pc:sldChg>
      <pc:sldChg chg="add del ord">
        <pc:chgData name="Schwinkendorf, Chris" userId="584bb382-8d8a-4d7e-a4ba-0d27dc55e5c0" providerId="ADAL" clId="{C831A2DE-B3A2-4A2A-A901-8E32A70AA3E6}" dt="2025-11-07T21:34:40.970" v="860" actId="2696"/>
        <pc:sldMkLst>
          <pc:docMk/>
          <pc:sldMk cId="2916541733" sldId="260"/>
        </pc:sldMkLst>
      </pc:sldChg>
      <pc:sldChg chg="add del">
        <pc:chgData name="Schwinkendorf, Chris" userId="584bb382-8d8a-4d7e-a4ba-0d27dc55e5c0" providerId="ADAL" clId="{C831A2DE-B3A2-4A2A-A901-8E32A70AA3E6}" dt="2025-11-07T21:34:38.311" v="858" actId="2696"/>
        <pc:sldMkLst>
          <pc:docMk/>
          <pc:sldMk cId="1028292808" sldId="261"/>
        </pc:sldMkLst>
      </pc:sldChg>
      <pc:sldChg chg="add del">
        <pc:chgData name="Schwinkendorf, Chris" userId="584bb382-8d8a-4d7e-a4ba-0d27dc55e5c0" providerId="ADAL" clId="{C831A2DE-B3A2-4A2A-A901-8E32A70AA3E6}" dt="2025-11-07T21:34:35.562" v="855" actId="2696"/>
        <pc:sldMkLst>
          <pc:docMk/>
          <pc:sldMk cId="3030799196" sldId="264"/>
        </pc:sldMkLst>
      </pc:sldChg>
      <pc:sldChg chg="add del">
        <pc:chgData name="Schwinkendorf, Chris" userId="584bb382-8d8a-4d7e-a4ba-0d27dc55e5c0" providerId="ADAL" clId="{C831A2DE-B3A2-4A2A-A901-8E32A70AA3E6}" dt="2025-11-07T21:34:37.584" v="857" actId="2696"/>
        <pc:sldMkLst>
          <pc:docMk/>
          <pc:sldMk cId="1119107734" sldId="270"/>
        </pc:sldMkLst>
      </pc:sldChg>
      <pc:sldChg chg="add">
        <pc:chgData name="Schwinkendorf, Chris" userId="584bb382-8d8a-4d7e-a4ba-0d27dc55e5c0" providerId="ADAL" clId="{C831A2DE-B3A2-4A2A-A901-8E32A70AA3E6}" dt="2025-11-07T21:31:17.962" v="839"/>
        <pc:sldMkLst>
          <pc:docMk/>
          <pc:sldMk cId="2313543550" sldId="273"/>
        </pc:sldMkLst>
      </pc:sldChg>
      <pc:sldChg chg="add del ord">
        <pc:chgData name="Schwinkendorf, Chris" userId="584bb382-8d8a-4d7e-a4ba-0d27dc55e5c0" providerId="ADAL" clId="{C831A2DE-B3A2-4A2A-A901-8E32A70AA3E6}" dt="2025-11-07T21:34:45.043" v="864" actId="20578"/>
        <pc:sldMkLst>
          <pc:docMk/>
          <pc:sldMk cId="3680836739" sldId="275"/>
        </pc:sldMkLst>
      </pc:sldChg>
      <pc:sldChg chg="add del ord">
        <pc:chgData name="Schwinkendorf, Chris" userId="584bb382-8d8a-4d7e-a4ba-0d27dc55e5c0" providerId="ADAL" clId="{C831A2DE-B3A2-4A2A-A901-8E32A70AA3E6}" dt="2025-11-07T21:34:42.703" v="862" actId="2696"/>
        <pc:sldMkLst>
          <pc:docMk/>
          <pc:sldMk cId="3324570153" sldId="277"/>
        </pc:sldMkLst>
      </pc:sldChg>
      <pc:sldChg chg="add">
        <pc:chgData name="Schwinkendorf, Chris" userId="584bb382-8d8a-4d7e-a4ba-0d27dc55e5c0" providerId="ADAL" clId="{C831A2DE-B3A2-4A2A-A901-8E32A70AA3E6}" dt="2025-11-07T21:30:20.646" v="835"/>
        <pc:sldMkLst>
          <pc:docMk/>
          <pc:sldMk cId="624081128" sldId="283"/>
        </pc:sldMkLst>
      </pc:sldChg>
      <pc:sldChg chg="addSp delSp modSp mod">
        <pc:chgData name="Schwinkendorf, Chris" userId="584bb382-8d8a-4d7e-a4ba-0d27dc55e5c0" providerId="ADAL" clId="{C831A2DE-B3A2-4A2A-A901-8E32A70AA3E6}" dt="2025-11-07T21:28:47.010" v="832" actId="20577"/>
        <pc:sldMkLst>
          <pc:docMk/>
          <pc:sldMk cId="4081585912" sldId="2134960060"/>
        </pc:sldMkLst>
        <pc:spChg chg="mod">
          <ac:chgData name="Schwinkendorf, Chris" userId="584bb382-8d8a-4d7e-a4ba-0d27dc55e5c0" providerId="ADAL" clId="{C831A2DE-B3A2-4A2A-A901-8E32A70AA3E6}" dt="2025-11-07T21:22:54.353" v="747" actId="1036"/>
          <ac:spMkLst>
            <pc:docMk/>
            <pc:sldMk cId="4081585912" sldId="2134960060"/>
            <ac:spMk id="5" creationId="{31CDF626-012F-48A9-BA8B-65849D2A71C0}"/>
          </ac:spMkLst>
        </pc:spChg>
        <pc:spChg chg="mod">
          <ac:chgData name="Schwinkendorf, Chris" userId="584bb382-8d8a-4d7e-a4ba-0d27dc55e5c0" providerId="ADAL" clId="{C831A2DE-B3A2-4A2A-A901-8E32A70AA3E6}" dt="2025-11-07T21:10:10.246" v="40" actId="20577"/>
          <ac:spMkLst>
            <pc:docMk/>
            <pc:sldMk cId="4081585912" sldId="2134960060"/>
            <ac:spMk id="6" creationId="{19159619-4E72-5D4F-4CDA-928B8DFC40F4}"/>
          </ac:spMkLst>
        </pc:spChg>
        <pc:spChg chg="mod">
          <ac:chgData name="Schwinkendorf, Chris" userId="584bb382-8d8a-4d7e-a4ba-0d27dc55e5c0" providerId="ADAL" clId="{C831A2DE-B3A2-4A2A-A901-8E32A70AA3E6}" dt="2025-11-07T21:28:00.082" v="826" actId="20577"/>
          <ac:spMkLst>
            <pc:docMk/>
            <pc:sldMk cId="4081585912" sldId="2134960060"/>
            <ac:spMk id="25" creationId="{217592F2-B0DE-4562-BAA3-E8217C18488B}"/>
          </ac:spMkLst>
        </pc:spChg>
        <pc:spChg chg="mod">
          <ac:chgData name="Schwinkendorf, Chris" userId="584bb382-8d8a-4d7e-a4ba-0d27dc55e5c0" providerId="ADAL" clId="{C831A2DE-B3A2-4A2A-A901-8E32A70AA3E6}" dt="2025-11-07T21:22:25.452" v="674" actId="14100"/>
          <ac:spMkLst>
            <pc:docMk/>
            <pc:sldMk cId="4081585912" sldId="2134960060"/>
            <ac:spMk id="27" creationId="{9FF3A925-E2A2-432B-BC87-850C5CEA7F40}"/>
          </ac:spMkLst>
        </pc:spChg>
        <pc:spChg chg="mod">
          <ac:chgData name="Schwinkendorf, Chris" userId="584bb382-8d8a-4d7e-a4ba-0d27dc55e5c0" providerId="ADAL" clId="{C831A2DE-B3A2-4A2A-A901-8E32A70AA3E6}" dt="2025-11-07T21:22:31.468" v="695" actId="1037"/>
          <ac:spMkLst>
            <pc:docMk/>
            <pc:sldMk cId="4081585912" sldId="2134960060"/>
            <ac:spMk id="28" creationId="{92604F54-3D2C-4C1E-89CF-D1830C0CBA11}"/>
          </ac:spMkLst>
        </pc:spChg>
        <pc:spChg chg="mod">
          <ac:chgData name="Schwinkendorf, Chris" userId="584bb382-8d8a-4d7e-a4ba-0d27dc55e5c0" providerId="ADAL" clId="{C831A2DE-B3A2-4A2A-A901-8E32A70AA3E6}" dt="2025-11-07T21:22:54.353" v="747" actId="1036"/>
          <ac:spMkLst>
            <pc:docMk/>
            <pc:sldMk cId="4081585912" sldId="2134960060"/>
            <ac:spMk id="29" creationId="{4D5B9545-3328-4B64-9AFD-A3E367B2D5F1}"/>
          </ac:spMkLst>
        </pc:spChg>
        <pc:spChg chg="add del mod">
          <ac:chgData name="Schwinkendorf, Chris" userId="584bb382-8d8a-4d7e-a4ba-0d27dc55e5c0" providerId="ADAL" clId="{C831A2DE-B3A2-4A2A-A901-8E32A70AA3E6}" dt="2025-11-07T21:22:54.353" v="747" actId="1036"/>
          <ac:spMkLst>
            <pc:docMk/>
            <pc:sldMk cId="4081585912" sldId="2134960060"/>
            <ac:spMk id="30" creationId="{9BF2DF64-38C5-43C6-808A-F2C20347864A}"/>
          </ac:spMkLst>
        </pc:spChg>
        <pc:spChg chg="mod">
          <ac:chgData name="Schwinkendorf, Chris" userId="584bb382-8d8a-4d7e-a4ba-0d27dc55e5c0" providerId="ADAL" clId="{C831A2DE-B3A2-4A2A-A901-8E32A70AA3E6}" dt="2025-11-07T21:28:47.010" v="832" actId="20577"/>
          <ac:spMkLst>
            <pc:docMk/>
            <pc:sldMk cId="4081585912" sldId="2134960060"/>
            <ac:spMk id="31" creationId="{31CDF626-012F-48A9-BA8B-65849D2A71C0}"/>
          </ac:spMkLst>
        </pc:spChg>
      </pc:sldChg>
      <pc:sldChg chg="add del">
        <pc:chgData name="Schwinkendorf, Chris" userId="584bb382-8d8a-4d7e-a4ba-0d27dc55e5c0" providerId="ADAL" clId="{C831A2DE-B3A2-4A2A-A901-8E32A70AA3E6}" dt="2025-11-07T21:34:41.742" v="861" actId="2696"/>
        <pc:sldMkLst>
          <pc:docMk/>
          <pc:sldMk cId="359313443" sldId="2147483646"/>
        </pc:sldMkLst>
      </pc:sldChg>
      <pc:sldChg chg="delSp modSp mod">
        <pc:chgData name="Schwinkendorf, Chris" userId="584bb382-8d8a-4d7e-a4ba-0d27dc55e5c0" providerId="ADAL" clId="{C831A2DE-B3A2-4A2A-A901-8E32A70AA3E6}" dt="2025-11-07T21:09:28.829" v="30" actId="14100"/>
        <pc:sldMkLst>
          <pc:docMk/>
          <pc:sldMk cId="2272818155" sldId="2147483647"/>
        </pc:sldMkLst>
        <pc:spChg chg="mod">
          <ac:chgData name="Schwinkendorf, Chris" userId="584bb382-8d8a-4d7e-a4ba-0d27dc55e5c0" providerId="ADAL" clId="{C831A2DE-B3A2-4A2A-A901-8E32A70AA3E6}" dt="2025-11-07T21:09:02.246" v="27" actId="1076"/>
          <ac:spMkLst>
            <pc:docMk/>
            <pc:sldMk cId="2272818155" sldId="2147483647"/>
            <ac:spMk id="39" creationId="{42D9AF9A-6F5C-6897-DE10-A518A84E1BC8}"/>
          </ac:spMkLst>
        </pc:spChg>
        <pc:graphicFrameChg chg="mod">
          <ac:chgData name="Schwinkendorf, Chris" userId="584bb382-8d8a-4d7e-a4ba-0d27dc55e5c0" providerId="ADAL" clId="{C831A2DE-B3A2-4A2A-A901-8E32A70AA3E6}" dt="2025-11-07T21:09:23.977" v="29" actId="14100"/>
          <ac:graphicFrameMkLst>
            <pc:docMk/>
            <pc:sldMk cId="2272818155" sldId="2147483647"/>
            <ac:graphicFrameMk id="25" creationId="{97652FCA-A400-77C1-BDC9-6B7D88684220}"/>
          </ac:graphicFrameMkLst>
        </pc:graphicFrameChg>
        <pc:graphicFrameChg chg="mod">
          <ac:chgData name="Schwinkendorf, Chris" userId="584bb382-8d8a-4d7e-a4ba-0d27dc55e5c0" providerId="ADAL" clId="{C831A2DE-B3A2-4A2A-A901-8E32A70AA3E6}" dt="2025-11-07T21:09:28.829" v="30" actId="14100"/>
          <ac:graphicFrameMkLst>
            <pc:docMk/>
            <pc:sldMk cId="2272818155" sldId="2147483647"/>
            <ac:graphicFrameMk id="26" creationId="{69486A4D-5BEB-7867-72F2-42A67DB6D0BC}"/>
          </ac:graphicFrameMkLst>
        </pc:graphicFrameChg>
        <pc:graphicFrameChg chg="mod">
          <ac:chgData name="Schwinkendorf, Chris" userId="584bb382-8d8a-4d7e-a4ba-0d27dc55e5c0" providerId="ADAL" clId="{C831A2DE-B3A2-4A2A-A901-8E32A70AA3E6}" dt="2025-11-07T21:09:23.977" v="29" actId="14100"/>
          <ac:graphicFrameMkLst>
            <pc:docMk/>
            <pc:sldMk cId="2272818155" sldId="2147483647"/>
            <ac:graphicFrameMk id="34" creationId="{E207A3F3-F313-2831-2AE2-DD1EB39C6F12}"/>
          </ac:graphicFrameMkLst>
        </pc:graphicFrameChg>
        <pc:graphicFrameChg chg="mod">
          <ac:chgData name="Schwinkendorf, Chris" userId="584bb382-8d8a-4d7e-a4ba-0d27dc55e5c0" providerId="ADAL" clId="{C831A2DE-B3A2-4A2A-A901-8E32A70AA3E6}" dt="2025-11-07T21:09:28.829" v="30" actId="14100"/>
          <ac:graphicFrameMkLst>
            <pc:docMk/>
            <pc:sldMk cId="2272818155" sldId="2147483647"/>
            <ac:graphicFrameMk id="38" creationId="{6B73B672-DFB3-18F7-AB85-38F98E749087}"/>
          </ac:graphicFrameMkLst>
        </pc:graphicFrameChg>
      </pc:sldChg>
    </pc:docChg>
  </pc:docChgLst>
  <pc:docChgLst>
    <pc:chgData name="Yin, Kun" userId="S::kun.yin@abbvie.com::863a3be4-8cae-41f2-8fc3-f657cb4ae993" providerId="AD" clId="Web-{A8A504AA-ADDC-9E4C-17B0-EE4B16B10081}"/>
    <pc:docChg chg="modSld">
      <pc:chgData name="Yin, Kun" userId="S::kun.yin@abbvie.com::863a3be4-8cae-41f2-8fc3-f657cb4ae993" providerId="AD" clId="Web-{A8A504AA-ADDC-9E4C-17B0-EE4B16B10081}" dt="2025-11-12T18:20:57.036" v="178" actId="1076"/>
      <pc:docMkLst>
        <pc:docMk/>
      </pc:docMkLst>
      <pc:sldChg chg="modSp">
        <pc:chgData name="Yin, Kun" userId="S::kun.yin@abbvie.com::863a3be4-8cae-41f2-8fc3-f657cb4ae993" providerId="AD" clId="Web-{A8A504AA-ADDC-9E4C-17B0-EE4B16B10081}" dt="2025-11-12T18:20:57.036" v="178" actId="1076"/>
        <pc:sldMkLst>
          <pc:docMk/>
          <pc:sldMk cId="62173308" sldId="263"/>
        </pc:sldMkLst>
        <pc:spChg chg="mod">
          <ac:chgData name="Yin, Kun" userId="S::kun.yin@abbvie.com::863a3be4-8cae-41f2-8fc3-f657cb4ae993" providerId="AD" clId="Web-{A8A504AA-ADDC-9E4C-17B0-EE4B16B10081}" dt="2025-11-12T18:15:59.558" v="127" actId="20577"/>
          <ac:spMkLst>
            <pc:docMk/>
            <pc:sldMk cId="62173308" sldId="263"/>
            <ac:spMk id="2" creationId="{AD9B38B7-2934-4E5B-CAAF-65EB13D75BEB}"/>
          </ac:spMkLst>
        </pc:spChg>
        <pc:spChg chg="mod">
          <ac:chgData name="Yin, Kun" userId="S::kun.yin@abbvie.com::863a3be4-8cae-41f2-8fc3-f657cb4ae993" providerId="AD" clId="Web-{A8A504AA-ADDC-9E4C-17B0-EE4B16B10081}" dt="2025-11-12T18:19:24.564" v="173" actId="20577"/>
          <ac:spMkLst>
            <pc:docMk/>
            <pc:sldMk cId="62173308" sldId="263"/>
            <ac:spMk id="3" creationId="{6713EBEA-4FD9-F42E-51E6-23D634154504}"/>
          </ac:spMkLst>
        </pc:spChg>
        <pc:spChg chg="mod">
          <ac:chgData name="Yin, Kun" userId="S::kun.yin@abbvie.com::863a3be4-8cae-41f2-8fc3-f657cb4ae993" providerId="AD" clId="Web-{A8A504AA-ADDC-9E4C-17B0-EE4B16B10081}" dt="2025-11-12T18:20:57.036" v="178" actId="1076"/>
          <ac:spMkLst>
            <pc:docMk/>
            <pc:sldMk cId="62173308" sldId="263"/>
            <ac:spMk id="4" creationId="{83E0C0EE-34B2-E30C-D281-C66007169CC6}"/>
          </ac:spMkLst>
        </pc:spChg>
        <pc:spChg chg="mod">
          <ac:chgData name="Yin, Kun" userId="S::kun.yin@abbvie.com::863a3be4-8cae-41f2-8fc3-f657cb4ae993" providerId="AD" clId="Web-{A8A504AA-ADDC-9E4C-17B0-EE4B16B10081}" dt="2025-11-12T18:20:27.222" v="175" actId="1076"/>
          <ac:spMkLst>
            <pc:docMk/>
            <pc:sldMk cId="62173308" sldId="263"/>
            <ac:spMk id="9" creationId="{EF81CE55-9BEC-055B-1327-B45270D75A05}"/>
          </ac:spMkLst>
        </pc:spChg>
      </pc:sldChg>
    </pc:docChg>
  </pc:docChgLst>
  <pc:docChgLst>
    <pc:chgData name="Ujjwal Gupta" userId="120a4c2a-5db2-4c0b-8a6d-3b1da426aa32" providerId="ADAL" clId="{FCF27166-F9D6-4CE2-B2E8-C9A66FB30469}"/>
    <pc:docChg chg="undo custSel addSld delSld modSld modSection">
      <pc:chgData name="Ujjwal Gupta" userId="120a4c2a-5db2-4c0b-8a6d-3b1da426aa32" providerId="ADAL" clId="{FCF27166-F9D6-4CE2-B2E8-C9A66FB30469}" dt="2025-11-14T13:26:22.854" v="3981" actId="113"/>
      <pc:docMkLst>
        <pc:docMk/>
      </pc:docMkLst>
      <pc:sldChg chg="modSp mod">
        <pc:chgData name="Ujjwal Gupta" userId="120a4c2a-5db2-4c0b-8a6d-3b1da426aa32" providerId="ADAL" clId="{FCF27166-F9D6-4CE2-B2E8-C9A66FB30469}" dt="2025-11-14T09:06:41.390" v="3971"/>
        <pc:sldMkLst>
          <pc:docMk/>
          <pc:sldMk cId="2479364252" sldId="258"/>
        </pc:sldMkLst>
        <pc:graphicFrameChg chg="mod">
          <ac:chgData name="Ujjwal Gupta" userId="120a4c2a-5db2-4c0b-8a6d-3b1da426aa32" providerId="ADAL" clId="{FCF27166-F9D6-4CE2-B2E8-C9A66FB30469}" dt="2025-11-14T09:06:41.390" v="3971"/>
          <ac:graphicFrameMkLst>
            <pc:docMk/>
            <pc:sldMk cId="2479364252" sldId="258"/>
            <ac:graphicFrameMk id="9" creationId="{F06B0B18-5F87-9B2F-E3E5-274EBEF51E6C}"/>
          </ac:graphicFrameMkLst>
        </pc:graphicFrameChg>
      </pc:sldChg>
      <pc:sldChg chg="addSp delSp modSp add mod">
        <pc:chgData name="Ujjwal Gupta" userId="120a4c2a-5db2-4c0b-8a6d-3b1da426aa32" providerId="ADAL" clId="{FCF27166-F9D6-4CE2-B2E8-C9A66FB30469}" dt="2025-11-11T16:28:23.565" v="3928" actId="20577"/>
        <pc:sldMkLst>
          <pc:docMk/>
          <pc:sldMk cId="1073873169" sldId="259"/>
        </pc:sldMkLst>
        <pc:spChg chg="add mod">
          <ac:chgData name="Ujjwal Gupta" userId="120a4c2a-5db2-4c0b-8a6d-3b1da426aa32" providerId="ADAL" clId="{FCF27166-F9D6-4CE2-B2E8-C9A66FB30469}" dt="2025-11-11T15:43:16.625" v="3650" actId="1076"/>
          <ac:spMkLst>
            <pc:docMk/>
            <pc:sldMk cId="1073873169" sldId="259"/>
            <ac:spMk id="18" creationId="{B18A6952-AE92-9310-1FEE-BBB1A3491954}"/>
          </ac:spMkLst>
        </pc:spChg>
        <pc:spChg chg="mod">
          <ac:chgData name="Ujjwal Gupta" userId="120a4c2a-5db2-4c0b-8a6d-3b1da426aa32" providerId="ADAL" clId="{FCF27166-F9D6-4CE2-B2E8-C9A66FB30469}" dt="2025-11-11T14:48:06.758" v="3088" actId="1076"/>
          <ac:spMkLst>
            <pc:docMk/>
            <pc:sldMk cId="1073873169" sldId="259"/>
            <ac:spMk id="29" creationId="{FE583589-F892-2622-655A-25B20321C095}"/>
          </ac:spMkLst>
        </pc:spChg>
        <pc:picChg chg="add mod ord">
          <ac:chgData name="Ujjwal Gupta" userId="120a4c2a-5db2-4c0b-8a6d-3b1da426aa32" providerId="ADAL" clId="{FCF27166-F9D6-4CE2-B2E8-C9A66FB30469}" dt="2025-11-11T14:47:28.257" v="3086" actId="167"/>
          <ac:picMkLst>
            <pc:docMk/>
            <pc:sldMk cId="1073873169" sldId="259"/>
            <ac:picMk id="17" creationId="{F92CE0D6-1B4F-D15F-FA66-119AD560B943}"/>
          </ac:picMkLst>
        </pc:picChg>
      </pc:sldChg>
      <pc:sldChg chg="addSp delSp modSp add del mod">
        <pc:chgData name="Ujjwal Gupta" userId="120a4c2a-5db2-4c0b-8a6d-3b1da426aa32" providerId="ADAL" clId="{FCF27166-F9D6-4CE2-B2E8-C9A66FB30469}" dt="2025-11-11T09:23:14.422" v="2755" actId="47"/>
        <pc:sldMkLst>
          <pc:docMk/>
          <pc:sldMk cId="2781175153" sldId="259"/>
        </pc:sldMkLst>
      </pc:sldChg>
      <pc:sldChg chg="addSp delSp modSp add del mod">
        <pc:chgData name="Ujjwal Gupta" userId="120a4c2a-5db2-4c0b-8a6d-3b1da426aa32" providerId="ADAL" clId="{FCF27166-F9D6-4CE2-B2E8-C9A66FB30469}" dt="2025-11-10T06:53:43.029" v="1082" actId="47"/>
        <pc:sldMkLst>
          <pc:docMk/>
          <pc:sldMk cId="3537103625" sldId="259"/>
        </pc:sldMkLst>
      </pc:sldChg>
      <pc:sldChg chg="del">
        <pc:chgData name="Ujjwal Gupta" userId="120a4c2a-5db2-4c0b-8a6d-3b1da426aa32" providerId="ADAL" clId="{FCF27166-F9D6-4CE2-B2E8-C9A66FB30469}" dt="2025-11-04T14:09:39.163" v="11" actId="47"/>
        <pc:sldMkLst>
          <pc:docMk/>
          <pc:sldMk cId="2916541733" sldId="260"/>
        </pc:sldMkLst>
      </pc:sldChg>
      <pc:sldChg chg="modSp mod">
        <pc:chgData name="Ujjwal Gupta" userId="120a4c2a-5db2-4c0b-8a6d-3b1da426aa32" providerId="ADAL" clId="{FCF27166-F9D6-4CE2-B2E8-C9A66FB30469}" dt="2025-11-14T09:09:19.363" v="3979" actId="27918"/>
        <pc:sldMkLst>
          <pc:docMk/>
          <pc:sldMk cId="1028292808" sldId="261"/>
        </pc:sldMkLst>
        <pc:graphicFrameChg chg="mod">
          <ac:chgData name="Ujjwal Gupta" userId="120a4c2a-5db2-4c0b-8a6d-3b1da426aa32" providerId="ADAL" clId="{FCF27166-F9D6-4CE2-B2E8-C9A66FB30469}" dt="2025-11-14T09:09:17.565" v="3978"/>
          <ac:graphicFrameMkLst>
            <pc:docMk/>
            <pc:sldMk cId="1028292808" sldId="261"/>
            <ac:graphicFrameMk id="9" creationId="{5BA926E1-D702-A8B8-CCB3-00167717045F}"/>
          </ac:graphicFrameMkLst>
        </pc:graphicFrameChg>
      </pc:sldChg>
      <pc:sldChg chg="addSp delSp modSp add del mod">
        <pc:chgData name="Ujjwal Gupta" userId="120a4c2a-5db2-4c0b-8a6d-3b1da426aa32" providerId="ADAL" clId="{FCF27166-F9D6-4CE2-B2E8-C9A66FB30469}" dt="2025-11-11T16:14:02.172" v="3691" actId="47"/>
        <pc:sldMkLst>
          <pc:docMk/>
          <pc:sldMk cId="431699286" sldId="263"/>
        </pc:sldMkLst>
      </pc:sldChg>
      <pc:sldChg chg="modSp mod">
        <pc:chgData name="Ujjwal Gupta" userId="120a4c2a-5db2-4c0b-8a6d-3b1da426aa32" providerId="ADAL" clId="{FCF27166-F9D6-4CE2-B2E8-C9A66FB30469}" dt="2025-11-14T13:26:22.854" v="3981" actId="113"/>
        <pc:sldMkLst>
          <pc:docMk/>
          <pc:sldMk cId="2848448754" sldId="265"/>
        </pc:sldMkLst>
        <pc:graphicFrameChg chg="mod">
          <ac:chgData name="Ujjwal Gupta" userId="120a4c2a-5db2-4c0b-8a6d-3b1da426aa32" providerId="ADAL" clId="{FCF27166-F9D6-4CE2-B2E8-C9A66FB30469}" dt="2025-11-14T13:26:22.854" v="3981" actId="113"/>
          <ac:graphicFrameMkLst>
            <pc:docMk/>
            <pc:sldMk cId="2848448754" sldId="265"/>
            <ac:graphicFrameMk id="9" creationId="{172D9959-D96B-5148-9983-CFBC0EBA041D}"/>
          </ac:graphicFrameMkLst>
        </pc:graphicFrameChg>
      </pc:sldChg>
      <pc:sldChg chg="del">
        <pc:chgData name="Ujjwal Gupta" userId="120a4c2a-5db2-4c0b-8a6d-3b1da426aa32" providerId="ADAL" clId="{FCF27166-F9D6-4CE2-B2E8-C9A66FB30469}" dt="2025-11-04T14:07:56.836" v="1" actId="47"/>
        <pc:sldMkLst>
          <pc:docMk/>
          <pc:sldMk cId="131197403" sldId="267"/>
        </pc:sldMkLst>
      </pc:sldChg>
      <pc:sldChg chg="del">
        <pc:chgData name="Ujjwal Gupta" userId="120a4c2a-5db2-4c0b-8a6d-3b1da426aa32" providerId="ADAL" clId="{FCF27166-F9D6-4CE2-B2E8-C9A66FB30469}" dt="2025-11-04T14:08:25.632" v="3" actId="47"/>
        <pc:sldMkLst>
          <pc:docMk/>
          <pc:sldMk cId="1136433479" sldId="268"/>
        </pc:sldMkLst>
      </pc:sldChg>
      <pc:sldChg chg="del">
        <pc:chgData name="Ujjwal Gupta" userId="120a4c2a-5db2-4c0b-8a6d-3b1da426aa32" providerId="ADAL" clId="{FCF27166-F9D6-4CE2-B2E8-C9A66FB30469}" dt="2025-11-04T14:09:03.166" v="7" actId="47"/>
        <pc:sldMkLst>
          <pc:docMk/>
          <pc:sldMk cId="3299881591" sldId="269"/>
        </pc:sldMkLst>
      </pc:sldChg>
      <pc:sldChg chg="mod">
        <pc:chgData name="Ujjwal Gupta" userId="120a4c2a-5db2-4c0b-8a6d-3b1da426aa32" providerId="ADAL" clId="{FCF27166-F9D6-4CE2-B2E8-C9A66FB30469}" dt="2025-11-14T09:07:48.763" v="3975" actId="27918"/>
        <pc:sldMkLst>
          <pc:docMk/>
          <pc:sldMk cId="1119107734" sldId="270"/>
        </pc:sldMkLst>
      </pc:sldChg>
      <pc:sldChg chg="modSp mod">
        <pc:chgData name="Ujjwal Gupta" userId="120a4c2a-5db2-4c0b-8a6d-3b1da426aa32" providerId="ADAL" clId="{FCF27166-F9D6-4CE2-B2E8-C9A66FB30469}" dt="2025-11-10T06:21:36.061" v="103" actId="1036"/>
        <pc:sldMkLst>
          <pc:docMk/>
          <pc:sldMk cId="3491140686" sldId="271"/>
        </pc:sldMkLst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6" creationId="{0C75D15B-9C75-4366-0C0C-9EF1B3A69F78}"/>
          </ac:spMkLst>
        </pc:spChg>
        <pc:spChg chg="mod">
          <ac:chgData name="Ujjwal Gupta" userId="120a4c2a-5db2-4c0b-8a6d-3b1da426aa32" providerId="ADAL" clId="{FCF27166-F9D6-4CE2-B2E8-C9A66FB30469}" dt="2025-11-10T06:20:51.861" v="90" actId="1036"/>
          <ac:spMkLst>
            <pc:docMk/>
            <pc:sldMk cId="3491140686" sldId="271"/>
            <ac:spMk id="7" creationId="{CE4CCD74-7384-2156-76AD-709072993B3A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8" creationId="{DA29ED02-B3BC-BDCE-5992-8FFF7D5AAB05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9" creationId="{A33A44F3-0960-5EA1-2ED6-95AC8EAA8202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33" creationId="{F670F367-68D0-E086-AC74-617BEF3B4A61}"/>
          </ac:spMkLst>
        </pc:spChg>
        <pc:spChg chg="mod">
          <ac:chgData name="Ujjwal Gupta" userId="120a4c2a-5db2-4c0b-8a6d-3b1da426aa32" providerId="ADAL" clId="{FCF27166-F9D6-4CE2-B2E8-C9A66FB30469}" dt="2025-11-10T06:21:34.538" v="100" actId="20577"/>
          <ac:spMkLst>
            <pc:docMk/>
            <pc:sldMk cId="3491140686" sldId="271"/>
            <ac:spMk id="34" creationId="{63D4FB31-3B0C-0E08-B159-35040F9F6CD9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35" creationId="{45268303-0DC3-BA63-FB49-00D53134EC1A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36" creationId="{E5D3B5A3-E472-7AEA-EAB0-4F29D3C09064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50" creationId="{6BECA201-AB79-3420-9F39-16495B9A7C97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51" creationId="{B5E0FA59-60A1-BC7C-DC82-E17C98FDFFE4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54" creationId="{E8841547-5894-9E24-FBCE-A21F99872C49}"/>
          </ac:spMkLst>
        </pc:spChg>
        <pc:spChg chg="mod">
          <ac:chgData name="Ujjwal Gupta" userId="120a4c2a-5db2-4c0b-8a6d-3b1da426aa32" providerId="ADAL" clId="{FCF27166-F9D6-4CE2-B2E8-C9A66FB30469}" dt="2025-11-10T06:21:36.061" v="103" actId="1036"/>
          <ac:spMkLst>
            <pc:docMk/>
            <pc:sldMk cId="3491140686" sldId="271"/>
            <ac:spMk id="56" creationId="{88B9984F-E90A-3CC9-6EB2-8FC1727D3691}"/>
          </ac:spMkLst>
        </pc:spChg>
      </pc:sldChg>
      <pc:sldChg chg="del">
        <pc:chgData name="Ujjwal Gupta" userId="120a4c2a-5db2-4c0b-8a6d-3b1da426aa32" providerId="ADAL" clId="{FCF27166-F9D6-4CE2-B2E8-C9A66FB30469}" dt="2025-11-04T14:09:39.163" v="11" actId="47"/>
        <pc:sldMkLst>
          <pc:docMk/>
          <pc:sldMk cId="3324570153" sldId="277"/>
        </pc:sldMkLst>
      </pc:sldChg>
      <pc:sldChg chg="modSp mod">
        <pc:chgData name="Ujjwal Gupta" userId="120a4c2a-5db2-4c0b-8a6d-3b1da426aa32" providerId="ADAL" clId="{FCF27166-F9D6-4CE2-B2E8-C9A66FB30469}" dt="2025-11-14T09:03:18.606" v="3945"/>
        <pc:sldMkLst>
          <pc:docMk/>
          <pc:sldMk cId="887307674" sldId="280"/>
        </pc:sldMkLst>
        <pc:graphicFrameChg chg="mod">
          <ac:chgData name="Ujjwal Gupta" userId="120a4c2a-5db2-4c0b-8a6d-3b1da426aa32" providerId="ADAL" clId="{FCF27166-F9D6-4CE2-B2E8-C9A66FB30469}" dt="2025-11-14T09:03:18.606" v="3945"/>
          <ac:graphicFrameMkLst>
            <pc:docMk/>
            <pc:sldMk cId="887307674" sldId="280"/>
            <ac:graphicFrameMk id="9" creationId="{CEFDC20A-81E3-015E-2446-5D9F24E84397}"/>
          </ac:graphicFrameMkLst>
        </pc:graphicFrameChg>
      </pc:sldChg>
      <pc:sldChg chg="del">
        <pc:chgData name="Ujjwal Gupta" userId="120a4c2a-5db2-4c0b-8a6d-3b1da426aa32" providerId="ADAL" clId="{FCF27166-F9D6-4CE2-B2E8-C9A66FB30469}" dt="2025-11-04T14:08:45.910" v="5" actId="47"/>
        <pc:sldMkLst>
          <pc:docMk/>
          <pc:sldMk cId="1936183022" sldId="282"/>
        </pc:sldMkLst>
      </pc:sldChg>
      <pc:sldChg chg="modSp mod">
        <pc:chgData name="Ujjwal Gupta" userId="120a4c2a-5db2-4c0b-8a6d-3b1da426aa32" providerId="ADAL" clId="{FCF27166-F9D6-4CE2-B2E8-C9A66FB30469}" dt="2025-11-14T09:04:29.525" v="3961"/>
        <pc:sldMkLst>
          <pc:docMk/>
          <pc:sldMk cId="791282007" sldId="284"/>
        </pc:sldMkLst>
        <pc:graphicFrameChg chg="mod">
          <ac:chgData name="Ujjwal Gupta" userId="120a4c2a-5db2-4c0b-8a6d-3b1da426aa32" providerId="ADAL" clId="{FCF27166-F9D6-4CE2-B2E8-C9A66FB30469}" dt="2025-11-14T09:04:29.525" v="3961"/>
          <ac:graphicFrameMkLst>
            <pc:docMk/>
            <pc:sldMk cId="791282007" sldId="284"/>
            <ac:graphicFrameMk id="9" creationId="{408BE76E-6E9A-2E53-A236-86DD04204BB6}"/>
          </ac:graphicFrameMkLst>
        </pc:graphicFrameChg>
      </pc:sldChg>
      <pc:sldChg chg="modSp mod">
        <pc:chgData name="Ujjwal Gupta" userId="120a4c2a-5db2-4c0b-8a6d-3b1da426aa32" providerId="ADAL" clId="{FCF27166-F9D6-4CE2-B2E8-C9A66FB30469}" dt="2025-11-10T05:57:35.999" v="51" actId="20577"/>
        <pc:sldMkLst>
          <pc:docMk/>
          <pc:sldMk cId="4081585912" sldId="2134960060"/>
        </pc:sldMkLst>
        <pc:spChg chg="mod">
          <ac:chgData name="Ujjwal Gupta" userId="120a4c2a-5db2-4c0b-8a6d-3b1da426aa32" providerId="ADAL" clId="{FCF27166-F9D6-4CE2-B2E8-C9A66FB30469}" dt="2025-11-10T05:57:35.999" v="51" actId="20577"/>
          <ac:spMkLst>
            <pc:docMk/>
            <pc:sldMk cId="4081585912" sldId="2134960060"/>
            <ac:spMk id="31" creationId="{31CDF626-012F-48A9-BA8B-65849D2A71C0}"/>
          </ac:spMkLst>
        </pc:spChg>
      </pc:sldChg>
      <pc:sldChg chg="addSp delSp modSp add mod">
        <pc:chgData name="Ujjwal Gupta" userId="120a4c2a-5db2-4c0b-8a6d-3b1da426aa32" providerId="ADAL" clId="{FCF27166-F9D6-4CE2-B2E8-C9A66FB30469}" dt="2025-11-10T14:24:04.853" v="2041" actId="20577"/>
        <pc:sldMkLst>
          <pc:docMk/>
          <pc:sldMk cId="2101752497" sldId="2147376297"/>
        </pc:sldMkLst>
        <pc:spChg chg="add mod">
          <ac:chgData name="Ujjwal Gupta" userId="120a4c2a-5db2-4c0b-8a6d-3b1da426aa32" providerId="ADAL" clId="{FCF27166-F9D6-4CE2-B2E8-C9A66FB30469}" dt="2025-11-10T07:31:48.453" v="1771" actId="1076"/>
          <ac:spMkLst>
            <pc:docMk/>
            <pc:sldMk cId="2101752497" sldId="2147376297"/>
            <ac:spMk id="2" creationId="{2A36145F-96E2-4034-2732-2C9D23A2B823}"/>
          </ac:spMkLst>
        </pc:spChg>
        <pc:spChg chg="mod">
          <ac:chgData name="Ujjwal Gupta" userId="120a4c2a-5db2-4c0b-8a6d-3b1da426aa32" providerId="ADAL" clId="{FCF27166-F9D6-4CE2-B2E8-C9A66FB30469}" dt="2025-11-10T08:18:03.833" v="2018" actId="207"/>
          <ac:spMkLst>
            <pc:docMk/>
            <pc:sldMk cId="2101752497" sldId="2147376297"/>
            <ac:spMk id="3" creationId="{7F22B391-F0A3-02D2-4DB9-7CD57DC42FA8}"/>
          </ac:spMkLst>
        </pc:spChg>
        <pc:spChg chg="add mod">
          <ac:chgData name="Ujjwal Gupta" userId="120a4c2a-5db2-4c0b-8a6d-3b1da426aa32" providerId="ADAL" clId="{FCF27166-F9D6-4CE2-B2E8-C9A66FB30469}" dt="2025-11-10T06:58:14.788" v="1234" actId="1076"/>
          <ac:spMkLst>
            <pc:docMk/>
            <pc:sldMk cId="2101752497" sldId="2147376297"/>
            <ac:spMk id="4" creationId="{29A2A0CF-E417-B257-8564-981A3EFD1516}"/>
          </ac:spMkLst>
        </pc:spChg>
        <pc:spChg chg="add mod">
          <ac:chgData name="Ujjwal Gupta" userId="120a4c2a-5db2-4c0b-8a6d-3b1da426aa32" providerId="ADAL" clId="{FCF27166-F9D6-4CE2-B2E8-C9A66FB30469}" dt="2025-11-10T14:24:04.853" v="2041" actId="20577"/>
          <ac:spMkLst>
            <pc:docMk/>
            <pc:sldMk cId="2101752497" sldId="2147376297"/>
            <ac:spMk id="5" creationId="{1074F282-7EF3-5850-E1F4-B513275A4B10}"/>
          </ac:spMkLst>
        </pc:spChg>
        <pc:spChg chg="mod">
          <ac:chgData name="Ujjwal Gupta" userId="120a4c2a-5db2-4c0b-8a6d-3b1da426aa32" providerId="ADAL" clId="{FCF27166-F9D6-4CE2-B2E8-C9A66FB30469}" dt="2025-11-10T06:48:40.367" v="891" actId="20577"/>
          <ac:spMkLst>
            <pc:docMk/>
            <pc:sldMk cId="2101752497" sldId="2147376297"/>
            <ac:spMk id="6" creationId="{7E8970E6-FB18-9AC4-855C-92BF1EBEABF1}"/>
          </ac:spMkLst>
        </pc:spChg>
        <pc:spChg chg="mod">
          <ac:chgData name="Ujjwal Gupta" userId="120a4c2a-5db2-4c0b-8a6d-3b1da426aa32" providerId="ADAL" clId="{FCF27166-F9D6-4CE2-B2E8-C9A66FB30469}" dt="2025-11-10T06:51:01.903" v="1017" actId="20577"/>
          <ac:spMkLst>
            <pc:docMk/>
            <pc:sldMk cId="2101752497" sldId="2147376297"/>
            <ac:spMk id="16" creationId="{33C2D188-77CF-45E5-FE04-CF2DFF9998CB}"/>
          </ac:spMkLst>
        </pc:spChg>
        <pc:spChg chg="add mod">
          <ac:chgData name="Ujjwal Gupta" userId="120a4c2a-5db2-4c0b-8a6d-3b1da426aa32" providerId="ADAL" clId="{FCF27166-F9D6-4CE2-B2E8-C9A66FB30469}" dt="2025-11-10T07:30:02.282" v="1678" actId="20577"/>
          <ac:spMkLst>
            <pc:docMk/>
            <pc:sldMk cId="2101752497" sldId="2147376297"/>
            <ac:spMk id="17" creationId="{6425C52F-E9D6-8211-0746-0940131F1DE5}"/>
          </ac:spMkLst>
        </pc:spChg>
        <pc:spChg chg="mod">
          <ac:chgData name="Ujjwal Gupta" userId="120a4c2a-5db2-4c0b-8a6d-3b1da426aa32" providerId="ADAL" clId="{FCF27166-F9D6-4CE2-B2E8-C9A66FB30469}" dt="2025-11-10T08:17:04.824" v="2012" actId="403"/>
          <ac:spMkLst>
            <pc:docMk/>
            <pc:sldMk cId="2101752497" sldId="2147376297"/>
            <ac:spMk id="19" creationId="{070CBFB5-FEED-F587-103A-325F92C85A2B}"/>
          </ac:spMkLst>
        </pc:spChg>
        <pc:spChg chg="mod">
          <ac:chgData name="Ujjwal Gupta" userId="120a4c2a-5db2-4c0b-8a6d-3b1da426aa32" providerId="ADAL" clId="{FCF27166-F9D6-4CE2-B2E8-C9A66FB30469}" dt="2025-11-10T07:20:32.132" v="1576" actId="14100"/>
          <ac:spMkLst>
            <pc:docMk/>
            <pc:sldMk cId="2101752497" sldId="2147376297"/>
            <ac:spMk id="30" creationId="{D5FA41E0-43D7-8FE3-E80A-A8BA9D27CC5B}"/>
          </ac:spMkLst>
        </pc:spChg>
        <pc:spChg chg="add mod">
          <ac:chgData name="Ujjwal Gupta" userId="120a4c2a-5db2-4c0b-8a6d-3b1da426aa32" providerId="ADAL" clId="{FCF27166-F9D6-4CE2-B2E8-C9A66FB30469}" dt="2025-11-10T07:26:06.366" v="1663" actId="20577"/>
          <ac:spMkLst>
            <pc:docMk/>
            <pc:sldMk cId="2101752497" sldId="2147376297"/>
            <ac:spMk id="37" creationId="{EF92D428-88FA-9281-429E-05574A48EA61}"/>
          </ac:spMkLst>
        </pc:spChg>
        <pc:spChg chg="add mod">
          <ac:chgData name="Ujjwal Gupta" userId="120a4c2a-5db2-4c0b-8a6d-3b1da426aa32" providerId="ADAL" clId="{FCF27166-F9D6-4CE2-B2E8-C9A66FB30469}" dt="2025-11-10T07:34:41.402" v="1836" actId="403"/>
          <ac:spMkLst>
            <pc:docMk/>
            <pc:sldMk cId="2101752497" sldId="2147376297"/>
            <ac:spMk id="40" creationId="{A5E71EF2-77E8-0415-927A-15DDBA9FFA00}"/>
          </ac:spMkLst>
        </pc:spChg>
        <pc:spChg chg="mod">
          <ac:chgData name="Ujjwal Gupta" userId="120a4c2a-5db2-4c0b-8a6d-3b1da426aa32" providerId="ADAL" clId="{FCF27166-F9D6-4CE2-B2E8-C9A66FB30469}" dt="2025-11-10T06:47:22.043" v="811" actId="20577"/>
          <ac:spMkLst>
            <pc:docMk/>
            <pc:sldMk cId="2101752497" sldId="2147376297"/>
            <ac:spMk id="46" creationId="{37B3FE3D-0EED-FAC3-F7D4-EBCEA62CC3C0}"/>
          </ac:spMkLst>
        </pc:spChg>
        <pc:spChg chg="mod">
          <ac:chgData name="Ujjwal Gupta" userId="120a4c2a-5db2-4c0b-8a6d-3b1da426aa32" providerId="ADAL" clId="{FCF27166-F9D6-4CE2-B2E8-C9A66FB30469}" dt="2025-11-10T06:51:23.908" v="1033" actId="20577"/>
          <ac:spMkLst>
            <pc:docMk/>
            <pc:sldMk cId="2101752497" sldId="2147376297"/>
            <ac:spMk id="50" creationId="{B073F1C8-8B5B-9516-3B57-CDD1DA608C51}"/>
          </ac:spMkLst>
        </pc:spChg>
        <pc:spChg chg="mod">
          <ac:chgData name="Ujjwal Gupta" userId="120a4c2a-5db2-4c0b-8a6d-3b1da426aa32" providerId="ADAL" clId="{FCF27166-F9D6-4CE2-B2E8-C9A66FB30469}" dt="2025-11-10T06:53:32.583" v="1077" actId="20577"/>
          <ac:spMkLst>
            <pc:docMk/>
            <pc:sldMk cId="2101752497" sldId="2147376297"/>
            <ac:spMk id="78" creationId="{3CD1BA31-7B1B-5F8B-D783-49C08A5D8394}"/>
          </ac:spMkLst>
        </pc:spChg>
        <pc:graphicFrameChg chg="add mod topLvl">
          <ac:chgData name="Ujjwal Gupta" userId="120a4c2a-5db2-4c0b-8a6d-3b1da426aa32" providerId="ADAL" clId="{FCF27166-F9D6-4CE2-B2E8-C9A66FB30469}" dt="2025-11-10T07:35:17.711" v="1838" actId="113"/>
          <ac:graphicFrameMkLst>
            <pc:docMk/>
            <pc:sldMk cId="2101752497" sldId="2147376297"/>
            <ac:graphicFrameMk id="23" creationId="{BC1B1D00-26DA-C207-B613-A2DCC7765A29}"/>
          </ac:graphicFrameMkLst>
        </pc:graphicFrameChg>
        <pc:picChg chg="add mod">
          <ac:chgData name="Ujjwal Gupta" userId="120a4c2a-5db2-4c0b-8a6d-3b1da426aa32" providerId="ADAL" clId="{FCF27166-F9D6-4CE2-B2E8-C9A66FB30469}" dt="2025-11-10T07:28:16.384" v="1676" actId="1076"/>
          <ac:picMkLst>
            <pc:docMk/>
            <pc:sldMk cId="2101752497" sldId="2147376297"/>
            <ac:picMk id="39" creationId="{44742E63-0A54-B0F6-3CAC-05729BC7CC9B}"/>
          </ac:picMkLst>
        </pc:picChg>
        <pc:picChg chg="add mod">
          <ac:chgData name="Ujjwal Gupta" userId="120a4c2a-5db2-4c0b-8a6d-3b1da426aa32" providerId="ADAL" clId="{FCF27166-F9D6-4CE2-B2E8-C9A66FB30469}" dt="2025-11-10T10:33:54.324" v="2028" actId="207"/>
          <ac:picMkLst>
            <pc:docMk/>
            <pc:sldMk cId="2101752497" sldId="2147376297"/>
            <ac:picMk id="47" creationId="{59A47EBD-FA4D-4056-D3A7-2BD37D222195}"/>
          </ac:picMkLst>
        </pc:picChg>
        <pc:cxnChg chg="add mod topLvl">
          <ac:chgData name="Ujjwal Gupta" userId="120a4c2a-5db2-4c0b-8a6d-3b1da426aa32" providerId="ADAL" clId="{FCF27166-F9D6-4CE2-B2E8-C9A66FB30469}" dt="2025-11-10T07:22:39.717" v="1577" actId="1582"/>
          <ac:cxnSpMkLst>
            <pc:docMk/>
            <pc:sldMk cId="2101752497" sldId="2147376297"/>
            <ac:cxnSpMk id="27" creationId="{652C8528-64CE-0576-9986-433DC52D85FE}"/>
          </ac:cxnSpMkLst>
        </pc:cxnChg>
      </pc:sldChg>
    </pc:docChg>
  </pc:docChgLst>
  <pc:docChgLst>
    <pc:chgData name="Anurag Baswa" userId="0ad4f747-87ed-437b-947e-6dd6c5ce3f9f" providerId="ADAL" clId="{EEBE16BB-E240-456D-B723-2DC78060E330}"/>
    <pc:docChg chg="modSld sldOrd">
      <pc:chgData name="Anurag Baswa" userId="0ad4f747-87ed-437b-947e-6dd6c5ce3f9f" providerId="ADAL" clId="{EEBE16BB-E240-456D-B723-2DC78060E330}" dt="2025-11-10T09:01:56.120" v="17" actId="2711"/>
      <pc:docMkLst>
        <pc:docMk/>
      </pc:docMkLst>
      <pc:sldChg chg="addSp modSp mod ord">
        <pc:chgData name="Anurag Baswa" userId="0ad4f747-87ed-437b-947e-6dd6c5ce3f9f" providerId="ADAL" clId="{EEBE16BB-E240-456D-B723-2DC78060E330}" dt="2025-11-10T09:01:56.120" v="17" actId="2711"/>
        <pc:sldMkLst>
          <pc:docMk/>
          <pc:sldMk cId="2101752497" sldId="2147376297"/>
        </pc:sldMkLst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5" creationId="{1074F282-7EF3-5850-E1F4-B513275A4B10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6" creationId="{7E8970E6-FB18-9AC4-855C-92BF1EBEABF1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9" creationId="{223461AC-4DD9-9BA6-A0C4-6E413BFADBAB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11" creationId="{60C89623-7AC3-9603-EB8F-66A39960265C}"/>
          </ac:spMkLst>
        </pc:spChg>
        <pc:spChg chg="mod">
          <ac:chgData name="Anurag Baswa" userId="0ad4f747-87ed-437b-947e-6dd6c5ce3f9f" providerId="ADAL" clId="{EEBE16BB-E240-456D-B723-2DC78060E330}" dt="2025-11-10T07:23:19.289" v="2" actId="207"/>
          <ac:spMkLst>
            <pc:docMk/>
            <pc:sldMk cId="2101752497" sldId="2147376297"/>
            <ac:spMk id="12" creationId="{09A72914-AE70-AA7C-B8BD-CA86CF485DE4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13" creationId="{B7712BE3-8B31-DF26-C4DD-250184D13837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14" creationId="{664E937E-6445-292C-BE2A-26773C0AA93C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18" creationId="{F2706723-9541-5B27-458A-C8563542B66F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19" creationId="{070CBFB5-FEED-F587-103A-325F92C85A2B}"/>
          </ac:spMkLst>
        </pc:spChg>
        <pc:spChg chg="mod">
          <ac:chgData name="Anurag Baswa" userId="0ad4f747-87ed-437b-947e-6dd6c5ce3f9f" providerId="ADAL" clId="{EEBE16BB-E240-456D-B723-2DC78060E330}" dt="2025-11-10T07:23:10.857" v="1" actId="207"/>
          <ac:spMkLst>
            <pc:docMk/>
            <pc:sldMk cId="2101752497" sldId="2147376297"/>
            <ac:spMk id="21" creationId="{7198D3BD-818E-4EE7-22EC-991D39077E54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40" creationId="{A5E71EF2-77E8-0415-927A-15DDBA9FFA00}"/>
          </ac:spMkLst>
        </pc:spChg>
        <pc:spChg chg="mod">
          <ac:chgData name="Anurag Baswa" userId="0ad4f747-87ed-437b-947e-6dd6c5ce3f9f" providerId="ADAL" clId="{EEBE16BB-E240-456D-B723-2DC78060E330}" dt="2025-11-10T09:01:56.120" v="17" actId="2711"/>
          <ac:spMkLst>
            <pc:docMk/>
            <pc:sldMk cId="2101752497" sldId="2147376297"/>
            <ac:spMk id="50" creationId="{B073F1C8-8B5B-9516-3B57-CDD1DA608C51}"/>
          </ac:spMkLst>
        </pc:spChg>
        <pc:graphicFrameChg chg="mod">
          <ac:chgData name="Anurag Baswa" userId="0ad4f747-87ed-437b-947e-6dd6c5ce3f9f" providerId="ADAL" clId="{EEBE16BB-E240-456D-B723-2DC78060E330}" dt="2025-11-10T07:24:21.169" v="5"/>
          <ac:graphicFrameMkLst>
            <pc:docMk/>
            <pc:sldMk cId="2101752497" sldId="2147376297"/>
            <ac:graphicFrameMk id="23" creationId="{BC1B1D00-26DA-C207-B613-A2DCC7765A29}"/>
          </ac:graphicFrameMkLst>
        </pc:graphicFrameChg>
        <pc:picChg chg="mod">
          <ac:chgData name="Anurag Baswa" userId="0ad4f747-87ed-437b-947e-6dd6c5ce3f9f" providerId="ADAL" clId="{EEBE16BB-E240-456D-B723-2DC78060E330}" dt="2025-11-10T07:26:20.977" v="16" actId="207"/>
          <ac:picMkLst>
            <pc:docMk/>
            <pc:sldMk cId="2101752497" sldId="2147376297"/>
            <ac:picMk id="28" creationId="{7747C1E9-3237-CC46-646C-060D527CFC3F}"/>
          </ac:picMkLst>
        </pc:picChg>
        <pc:cxnChg chg="add mod">
          <ac:chgData name="Anurag Baswa" userId="0ad4f747-87ed-437b-947e-6dd6c5ce3f9f" providerId="ADAL" clId="{EEBE16BB-E240-456D-B723-2DC78060E330}" dt="2025-11-10T07:25:05.599" v="13" actId="14100"/>
          <ac:cxnSpMkLst>
            <pc:docMk/>
            <pc:sldMk cId="2101752497" sldId="2147376297"/>
            <ac:cxnSpMk id="20" creationId="{5A85BBF7-DE36-4070-6EBE-17EE7FE31F2A}"/>
          </ac:cxnSpMkLst>
        </pc:cxnChg>
      </pc:sldChg>
    </pc:docChg>
  </pc:docChgLst>
  <pc:docChgLst>
    <pc:chgData name="Yin, Kun" userId="S::kun.yin@abbvie.com::863a3be4-8cae-41f2-8fc3-f657cb4ae993" providerId="AD" clId="Web-{BC62B4A3-4D7C-16A7-919E-98FA63E7D60C}"/>
    <pc:docChg chg="modSld">
      <pc:chgData name="Yin, Kun" userId="S::kun.yin@abbvie.com::863a3be4-8cae-41f2-8fc3-f657cb4ae993" providerId="AD" clId="Web-{BC62B4A3-4D7C-16A7-919E-98FA63E7D60C}" dt="2025-11-11T16:35:16.198" v="11" actId="20577"/>
      <pc:docMkLst>
        <pc:docMk/>
      </pc:docMkLst>
      <pc:sldChg chg="modSp">
        <pc:chgData name="Yin, Kun" userId="S::kun.yin@abbvie.com::863a3be4-8cae-41f2-8fc3-f657cb4ae993" providerId="AD" clId="Web-{BC62B4A3-4D7C-16A7-919E-98FA63E7D60C}" dt="2025-11-11T16:35:16.198" v="11" actId="20577"/>
        <pc:sldMkLst>
          <pc:docMk/>
          <pc:sldMk cId="1073873169" sldId="259"/>
        </pc:sldMkLst>
        <pc:spChg chg="mod">
          <ac:chgData name="Yin, Kun" userId="S::kun.yin@abbvie.com::863a3be4-8cae-41f2-8fc3-f657cb4ae993" providerId="AD" clId="Web-{BC62B4A3-4D7C-16A7-919E-98FA63E7D60C}" dt="2025-11-11T16:35:16.198" v="11" actId="20577"/>
          <ac:spMkLst>
            <pc:docMk/>
            <pc:sldMk cId="1073873169" sldId="259"/>
            <ac:spMk id="3" creationId="{E720F452-9028-4C9C-6BAD-E12E511A94C0}"/>
          </ac:spMkLst>
        </pc:spChg>
        <pc:spChg chg="mod">
          <ac:chgData name="Yin, Kun" userId="S::kun.yin@abbvie.com::863a3be4-8cae-41f2-8fc3-f657cb4ae993" providerId="AD" clId="Web-{BC62B4A3-4D7C-16A7-919E-98FA63E7D60C}" dt="2025-11-11T16:34:30.527" v="5" actId="20577"/>
          <ac:spMkLst>
            <pc:docMk/>
            <pc:sldMk cId="1073873169" sldId="259"/>
            <ac:spMk id="4" creationId="{D09BE90C-B206-E0A0-B3E3-38790FA97F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9F374-ABDD-464C-A12B-8666D9D1290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471C4-6DB1-4AA8-A144-12DC559B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8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CEB26-E1AE-47D0-8C3F-9646806290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419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77848-2649-A419-E620-D91E2BC1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4B4CD-BC14-B842-E7F3-07117982D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B9EBF-E6AE-6234-9D59-B6C386BB2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rgbClr val="000000"/>
              </a:solidFill>
              <a:latin typeface="Aptos" panose="020B0004020202020204" pitchFamily="34" charset="0"/>
              <a:ea typeface="ＭＳ Ｐゴシック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85E2B-2A91-8E12-CD29-9181496FB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D57C3B-81BC-4BD4-BC24-3D5BCBAB8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89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6" Type="http://schemas.openxmlformats.org/officeDocument/2006/relationships/image" Target="../media/image8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Relationship Id="rId6" Type="http://schemas.openxmlformats.org/officeDocument/2006/relationships/image" Target="../media/image8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10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tags" Target="../tags/tag59.xml"/><Relationship Id="rId3" Type="http://schemas.openxmlformats.org/officeDocument/2006/relationships/tags" Target="../tags/tag44.xml"/><Relationship Id="rId21" Type="http://schemas.openxmlformats.org/officeDocument/2006/relationships/image" Target="../media/image5.emf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5" Type="http://schemas.openxmlformats.org/officeDocument/2006/relationships/image" Target="../media/image10.emf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20" Type="http://schemas.openxmlformats.org/officeDocument/2006/relationships/oleObject" Target="../embeddings/oleObject5.bin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24" Type="http://schemas.openxmlformats.org/officeDocument/2006/relationships/oleObject" Target="../embeddings/oleObject3.bin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23" Type="http://schemas.openxmlformats.org/officeDocument/2006/relationships/image" Target="../media/image7.jpeg"/><Relationship Id="rId10" Type="http://schemas.openxmlformats.org/officeDocument/2006/relationships/tags" Target="../tags/tag51.xml"/><Relationship Id="rId19" Type="http://schemas.openxmlformats.org/officeDocument/2006/relationships/slideMaster" Target="../slideMasters/slideMaster3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image" Target="../media/image6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0.xml"/><Relationship Id="rId4" Type="http://schemas.openxmlformats.org/officeDocument/2006/relationships/image" Target="../media/image14.em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8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26" Type="http://schemas.openxmlformats.org/officeDocument/2006/relationships/image" Target="../media/image10.emf"/><Relationship Id="rId3" Type="http://schemas.openxmlformats.org/officeDocument/2006/relationships/tags" Target="../tags/tag83.xml"/><Relationship Id="rId21" Type="http://schemas.openxmlformats.org/officeDocument/2006/relationships/image" Target="../media/image5.emf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5" Type="http://schemas.openxmlformats.org/officeDocument/2006/relationships/oleObject" Target="../embeddings/oleObject3.bin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oleObject" Target="../embeddings/oleObject5.bin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image" Target="../media/image9.png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23" Type="http://schemas.openxmlformats.org/officeDocument/2006/relationships/image" Target="../media/image7.jpeg"/><Relationship Id="rId10" Type="http://schemas.openxmlformats.org/officeDocument/2006/relationships/tags" Target="../tags/tag90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Relationship Id="rId22" Type="http://schemas.openxmlformats.org/officeDocument/2006/relationships/image" Target="../media/image6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jpe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99.xml"/><Relationship Id="rId4" Type="http://schemas.openxmlformats.org/officeDocument/2006/relationships/image" Target="../media/image16.emf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D93F-FFE6-8BC2-F920-699E1536F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2F576-123E-794F-5EF7-92A0E3A10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A66B9-95D1-88DE-ED48-387E5E3F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A838A-114D-620A-790C-2EAC0DC4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25C2-7AFC-A71A-0F06-34AA963E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3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CA37-46C6-F71A-4318-FEB158CB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06266-A101-5E83-9BB3-F86CE2B5E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8FA3E-C4D6-2E5B-162F-430CC558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420D5-8CBD-50A9-1B58-CBB8148E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92BE-98BE-9089-312E-1F5131EC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4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CE29-9F9B-FDF6-F061-2AF4CA32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8E528-30A4-2184-DD85-F3432863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8F1F5-8173-C5CB-BB49-76573A45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004EA-8410-986D-8FB5-F9041AD2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0B5EE-E601-8577-5B93-3311D56D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3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B8D7-B34D-91F5-5174-FE6E3EB2F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9198E-A260-5A71-E3E8-C63AB36487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72DA2-212A-896D-9FFB-63C4F4CFF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D6C19-4CF5-EDA1-3B2C-E6F238AC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EE8A0-8119-79BE-9435-68DA991DB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00A99-2870-32E8-6D9F-87B2D726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8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A0EF-5E2E-EBE7-F5E4-F39EF2587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551F2-6BB7-4733-F314-A81AFC9F1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F6A97-223B-F06A-955A-6CAF8D093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21160-EFB3-D0FB-7D52-DE91E92DE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461A7-2BAE-DAFB-67AF-D821EFE04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40BFE-D5F2-59C0-15DF-11E1AD6B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03496-9931-FF0E-CD7B-54DFD9A1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F3BE0-CE6F-C584-CBED-E36BCEDB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04CD-57FD-12F2-895E-26F9C9F6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AB550-0497-DB7E-DE16-071A583A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7974C-ACE4-728E-0042-31B6782F4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7A1ED-44C7-4B50-6919-BAE8DC83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2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88DE4-3ECF-1837-DD81-E9922608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1B9B89-13ED-2AA1-6C93-CBF075E0A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0E095-E98A-DA52-67DE-A5C62181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2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6472-A714-0410-D4F6-5DB38AE0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BDD0F-08C2-7217-BEF4-676B3C2D6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3C181-7CDB-D51B-0EAB-164605362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2427B-B394-6649-C3F4-25634393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CA4F0-CC5A-1489-F903-80C5F1BB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8757E-F12B-324F-5809-1F67CFE7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7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43D7-8631-6499-C0C0-B9A375877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82CA4A-FD70-AA4D-8D33-8F22550B9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34F8C-48B5-AA02-6723-CFC1890D5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A32A9-0176-B729-2739-17AD4508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641BF-6355-8918-B98D-53C15A6A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44868-BC44-6D37-722E-D9EE07C4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6F5A-B966-A65A-6E6B-C1B68544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28CF5-DC3D-D785-16AE-D3BF8E1CA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D368-E204-9870-45B5-03294502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E5874-490B-E54B-650E-8B0FBC3F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0CAF0-F608-F547-3270-BABD66BB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4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25DAD-D1A5-C2C1-C157-F420AE7D8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E23D-00C6-22A9-0BA2-08C3A85D4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4F255-8558-0B38-75E1-C2149B96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CC02C-F69B-CED9-989F-C4BA69C8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3516A-AB2C-0C3A-BE92-E28257EC9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8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3"/>
            <a:ext cx="12192000" cy="6851577"/>
          </a:xfrm>
          <a:prstGeom prst="rect">
            <a:avLst/>
          </a:prstGeom>
        </p:spPr>
      </p:pic>
      <p:grpSp>
        <p:nvGrpSpPr>
          <p:cNvPr id="8" name="Title Elements" hidden="1"/>
          <p:cNvGrpSpPr>
            <a:grpSpLocks/>
          </p:cNvGrpSpPr>
          <p:nvPr/>
        </p:nvGrpSpPr>
        <p:grpSpPr bwMode="auto">
          <a:xfrm>
            <a:off x="406400" y="3487984"/>
            <a:ext cx="4360472" cy="489163"/>
            <a:chOff x="1663" y="3106"/>
            <a:chExt cx="3109" cy="302"/>
          </a:xfrm>
        </p:grpSpPr>
        <p:sp>
          <p:nvSpPr>
            <p:cNvPr id="9" name="Title Elements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</a:rPr>
                <a:t>Document type</a:t>
              </a:r>
            </a:p>
          </p:txBody>
        </p:sp>
        <p:sp>
          <p:nvSpPr>
            <p:cNvPr id="10" name="Title Elements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</a:rPr>
                <a:t>Date</a:t>
              </a:r>
            </a:p>
          </p:txBody>
        </p:sp>
      </p:grpSp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06400" y="2020767"/>
            <a:ext cx="7738256" cy="49244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3200" b="0" cap="none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06401" y="2585572"/>
            <a:ext cx="7738257" cy="215444"/>
          </a:xfrm>
        </p:spPr>
        <p:txBody>
          <a:bodyPr wrap="square">
            <a:spAutoFit/>
          </a:bodyPr>
          <a:lstStyle>
            <a:lvl1pPr algn="l">
              <a:defRPr sz="1400" baseline="0"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1" name="Rectangle 10"/>
          <p:cNvSpPr/>
          <p:nvPr userDrawn="1"/>
        </p:nvSpPr>
        <p:spPr bwMode="ltGray">
          <a:xfrm>
            <a:off x="0" y="5851526"/>
            <a:ext cx="12192000" cy="1006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3189819" y="6489700"/>
            <a:ext cx="581236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AbbVie-Genentech | Company Confidential and Proprietary | For Internal Use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1ED31-D35F-DD14-B1D3-151D2CF68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80"/>
          <a:stretch/>
        </p:blipFill>
        <p:spPr>
          <a:xfrm>
            <a:off x="409580" y="6436286"/>
            <a:ext cx="1317621" cy="359581"/>
          </a:xfrm>
          <a:prstGeom prst="rect">
            <a:avLst/>
          </a:prstGeom>
        </p:spPr>
      </p:pic>
      <p:pic>
        <p:nvPicPr>
          <p:cNvPr id="5" name="Picture 2" descr="\\xinet\BL_Presentations\Genentech_Abbvie\Venetoclax\Venetoclax_Abbvie_Global\ABBV-7463_PPT_Template_US_n_Global_Ventclexa\art\JPEG\Venclexta_RGB.jpg">
            <a:extLst>
              <a:ext uri="{FF2B5EF4-FFF2-40B4-BE49-F238E27FC236}">
                <a16:creationId xmlns:a16="http://schemas.microsoft.com/office/drawing/2014/main" id="{56C3DF24-6384-C278-517B-3515A83035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95536" y="6409944"/>
            <a:ext cx="2050645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14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3"/>
            <a:ext cx="12192000" cy="6851577"/>
          </a:xfrm>
          <a:prstGeom prst="rect">
            <a:avLst/>
          </a:prstGeom>
        </p:spPr>
      </p:pic>
      <p:grpSp>
        <p:nvGrpSpPr>
          <p:cNvPr id="8" name="Title Elements" hidden="1"/>
          <p:cNvGrpSpPr>
            <a:grpSpLocks/>
          </p:cNvGrpSpPr>
          <p:nvPr/>
        </p:nvGrpSpPr>
        <p:grpSpPr bwMode="auto">
          <a:xfrm>
            <a:off x="406400" y="3487984"/>
            <a:ext cx="4360472" cy="489163"/>
            <a:chOff x="1663" y="3106"/>
            <a:chExt cx="3109" cy="302"/>
          </a:xfrm>
        </p:grpSpPr>
        <p:sp>
          <p:nvSpPr>
            <p:cNvPr id="9" name="Title Elements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</a:rPr>
                <a:t>Document type</a:t>
              </a:r>
            </a:p>
          </p:txBody>
        </p:sp>
        <p:sp>
          <p:nvSpPr>
            <p:cNvPr id="10" name="Title Elements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</a:rPr>
                <a:t>Date</a:t>
              </a:r>
            </a:p>
          </p:txBody>
        </p:sp>
      </p:grpSp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06400" y="2020767"/>
            <a:ext cx="7738256" cy="49244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3200" b="0" cap="none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06401" y="2585572"/>
            <a:ext cx="7738257" cy="215444"/>
          </a:xfrm>
        </p:spPr>
        <p:txBody>
          <a:bodyPr wrap="square">
            <a:spAutoFit/>
          </a:bodyPr>
          <a:lstStyle>
            <a:lvl1pPr algn="l">
              <a:defRPr sz="1400" baseline="0"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1" name="Rectangle 10"/>
          <p:cNvSpPr/>
          <p:nvPr/>
        </p:nvSpPr>
        <p:spPr bwMode="ltGray">
          <a:xfrm>
            <a:off x="0" y="5851526"/>
            <a:ext cx="12192000" cy="1006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6415153"/>
            <a:ext cx="2613024" cy="316046"/>
          </a:xfrm>
          <a:prstGeom prst="rect">
            <a:avLst/>
          </a:prstGeom>
        </p:spPr>
      </p:pic>
      <p:pic>
        <p:nvPicPr>
          <p:cNvPr id="14" name="Picture 13" descr="Venclexta_RGB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3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3189819" y="6489700"/>
            <a:ext cx="581236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AbbVie-Genentech | Company Confidential and Proprietary |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27890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6" progId="TCLayout.ActiveDocument.1">
                  <p:embed/>
                </p:oleObj>
              </mc:Choice>
              <mc:Fallback>
                <p:oleObj name="think-cell Slide" r:id="rId3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09637" y="234894"/>
            <a:ext cx="94836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8025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6412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91">
            <a:extLst>
              <a:ext uri="{FF2B5EF4-FFF2-40B4-BE49-F238E27FC236}">
                <a16:creationId xmlns:a16="http://schemas.microsoft.com/office/drawing/2014/main" id="{70F1E96B-26C5-482D-9807-5C2D442ED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7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100" imgH="38100" progId="TCLayout.ActiveDocument.1">
                  <p:embed/>
                </p:oleObj>
              </mc:Choice>
              <mc:Fallback>
                <p:oleObj name="think-cell Slide" r:id="rId4" imgW="38100" imgH="38100" progId="TCLayout.ActiveDocument.1">
                  <p:embed/>
                  <p:pic>
                    <p:nvPicPr>
                      <p:cNvPr id="4" name="Object 7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Title Elements" hidden="1"/>
          <p:cNvGrpSpPr>
            <a:grpSpLocks/>
          </p:cNvGrpSpPr>
          <p:nvPr/>
        </p:nvGrpSpPr>
        <p:grpSpPr bwMode="auto">
          <a:xfrm>
            <a:off x="406400" y="3487728"/>
            <a:ext cx="4360333" cy="493806"/>
            <a:chOff x="1663" y="3106"/>
            <a:chExt cx="3109" cy="305"/>
          </a:xfrm>
        </p:grpSpPr>
        <p:sp>
          <p:nvSpPr>
            <p:cNvPr id="7" name="Title Elements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  <a:cs typeface="ＭＳ Ｐゴシック" charset="0"/>
                </a:rPr>
                <a:t>Document type</a:t>
              </a:r>
            </a:p>
          </p:txBody>
        </p:sp>
        <p:sp>
          <p:nvSpPr>
            <p:cNvPr id="8" name="Title Elements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  <a:cs typeface="ＭＳ Ｐゴシック" charset="0"/>
                </a:rPr>
                <a:t>Date</a:t>
              </a:r>
            </a:p>
          </p:txBody>
        </p:sp>
      </p:grpSp>
      <p:sp>
        <p:nvSpPr>
          <p:cNvPr id="9" name="Rectangle 8"/>
          <p:cNvSpPr/>
          <p:nvPr/>
        </p:nvSpPr>
        <p:spPr bwMode="ltGray">
          <a:xfrm>
            <a:off x="0" y="5851535"/>
            <a:ext cx="12192000" cy="100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11" name="Picture 97" descr="Venclexta_RGB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9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06400" y="1468398"/>
            <a:ext cx="10058400" cy="553998"/>
          </a:xfrm>
          <a:prstGeom prst="rect">
            <a:avLst/>
          </a:prstGeom>
        </p:spPr>
        <p:txBody>
          <a:bodyPr anchor="b"/>
          <a:lstStyle>
            <a:lvl1pPr algn="l">
              <a:defRPr sz="3600" b="1" cap="none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06404" y="2094756"/>
            <a:ext cx="7738257" cy="461665"/>
          </a:xfrm>
          <a:prstGeom prst="rect">
            <a:avLst/>
          </a:prstGeom>
        </p:spPr>
        <p:txBody>
          <a:bodyPr/>
          <a:lstStyle>
            <a:lvl1pPr algn="l">
              <a:defRPr sz="3000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629943"/>
            <a:ext cx="7738256" cy="276999"/>
          </a:xfrm>
          <a:prstGeom prst="rect">
            <a:avLst/>
          </a:prstGeom>
        </p:spPr>
        <p:txBody>
          <a:bodyPr/>
          <a:lstStyle>
            <a:lvl1pPr marL="342864" marR="0" indent="-342864" algn="l" defTabSz="9127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tabLst/>
              <a:defRPr sz="1800"/>
            </a:lvl1pPr>
          </a:lstStyle>
          <a:p>
            <a:pPr marL="342864" marR="0" lvl="0" indent="-342864" algn="l" defTabSz="9127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US" kern="0"/>
              <a:t>Click to edit </a:t>
            </a:r>
            <a:r>
              <a:rPr lang="en-US"/>
              <a:t>Date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C9936F5-26CF-4802-BC5D-11D8AD228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1" y="6559560"/>
            <a:ext cx="254000" cy="12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303" fontAlgn="auto">
              <a:spcBef>
                <a:spcPts val="0"/>
              </a:spcBef>
              <a:spcAft>
                <a:spcPts val="0"/>
              </a:spcAft>
              <a:defRPr sz="800">
                <a:solidFill>
                  <a:schemeClr val="tx2">
                    <a:lumMod val="75000"/>
                  </a:schemeClr>
                </a:solidFill>
                <a:latin typeface="Arial"/>
                <a:ea typeface="ＭＳ Ｐゴシック"/>
                <a:cs typeface="+mn-cs"/>
              </a:defRPr>
            </a:lvl1pPr>
          </a:lstStyle>
          <a:p>
            <a:pPr>
              <a:defRPr/>
            </a:pPr>
            <a:fld id="{9EC6D65D-F88D-0347-9EF7-484ABE400A5B}" type="slidenum">
              <a:rPr lang="en-US" smtClean="0">
                <a:solidFill>
                  <a:srgbClr val="005570">
                    <a:lumMod val="75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5570">
                  <a:lumMod val="75000"/>
                </a:srgbClr>
              </a:solidFill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7C3BB642-AB24-4611-9EB3-16B9A253A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19" y="6638088"/>
            <a:ext cx="5812367" cy="21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 | Company Confidential and Proprietary | For Internal Use Only</a:t>
            </a:r>
          </a:p>
        </p:txBody>
      </p:sp>
      <p:pic>
        <p:nvPicPr>
          <p:cNvPr id="16" name="Picture 73">
            <a:extLst>
              <a:ext uri="{FF2B5EF4-FFF2-40B4-BE49-F238E27FC236}">
                <a16:creationId xmlns:a16="http://schemas.microsoft.com/office/drawing/2014/main" id="{C3BAB73C-4B9B-4800-9A45-BF1C7CBAD49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0" r="54295"/>
          <a:stretch/>
        </p:blipFill>
        <p:spPr bwMode="auto">
          <a:xfrm>
            <a:off x="322969" y="6459546"/>
            <a:ext cx="1591312" cy="29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6CA026-98B0-4E0F-952F-78712A60A0D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94"/>
          <a:stretch/>
        </p:blipFill>
        <p:spPr bwMode="auto">
          <a:xfrm>
            <a:off x="2000233" y="6435637"/>
            <a:ext cx="1362616" cy="3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36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5851526"/>
            <a:ext cx="12192000" cy="1006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 eaLnBrk="0" fontAlgn="base" hangingPunct="0"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711200" y="1236183"/>
            <a:ext cx="7315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711200" y="2616202"/>
            <a:ext cx="6502400" cy="28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6415153"/>
            <a:ext cx="2613024" cy="31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 descr="Venclexta_RG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0400" y="6438202"/>
            <a:ext cx="2133600" cy="32328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3190527" y="6490156"/>
            <a:ext cx="581094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 defTabSz="914400" eaLnBrk="0" fontAlgn="base" hangingPunct="0"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E8082"/>
                </a:solidFill>
                <a:ea typeface="Arial"/>
                <a:cs typeface="Arial"/>
                <a:sym typeface="Arial"/>
              </a:rPr>
              <a:t>AbbVie-Genentech | Company Confidential and Proprietary | For Internal Use Only</a:t>
            </a:r>
            <a:endParaRPr sz="140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180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295400"/>
            <a:ext cx="10058400" cy="1231106"/>
          </a:xfrm>
        </p:spPr>
        <p:txBody>
          <a:bodyPr lIns="0" tIns="0" rIns="0" bIns="0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 marL="342900" indent="-171450">
              <a:buClr>
                <a:schemeClr val="accent3"/>
              </a:buClr>
              <a:defRPr>
                <a:solidFill>
                  <a:schemeClr val="tx1"/>
                </a:solidFill>
              </a:defRPr>
            </a:lvl2pPr>
            <a:lvl3pPr marL="514350" indent="-114300">
              <a:defRPr>
                <a:solidFill>
                  <a:schemeClr val="tx1"/>
                </a:solidFill>
              </a:defRPr>
            </a:lvl3pPr>
            <a:lvl4pPr marL="685800" indent="-114300">
              <a:buClr>
                <a:schemeClr val="accent3"/>
              </a:buClr>
              <a:defRPr>
                <a:solidFill>
                  <a:schemeClr val="tx1"/>
                </a:solidFill>
              </a:defRPr>
            </a:lvl4pPr>
            <a:lvl5pPr marL="857250" indent="-114300">
              <a:buClr>
                <a:schemeClr val="accent3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1200" y="177800"/>
            <a:ext cx="8128000" cy="10160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6396" y="6560343"/>
            <a:ext cx="254005" cy="1077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>
                <a:solidFill>
                  <a:schemeClr val="tx2"/>
                </a:solidFill>
              </a:defRPr>
            </a:lvl1pPr>
          </a:lstStyle>
          <a:p>
            <a:fld id="{38C57934-C927-4F09-B604-24D7A0AE48D9}" type="slidenum">
              <a:rPr lang="en-US" smtClean="0">
                <a:solidFill>
                  <a:srgbClr val="005570"/>
                </a:solidFill>
              </a:rPr>
              <a:pPr/>
              <a:t>‹#›</a:t>
            </a:fld>
            <a:endParaRPr lang="en-US">
              <a:solidFill>
                <a:srgbClr val="0055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970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1142999"/>
            <a:ext cx="11091333" cy="1538883"/>
          </a:xfrm>
        </p:spPr>
        <p:txBody>
          <a:bodyPr anchor="t"/>
          <a:lstStyle>
            <a:lvl1pPr>
              <a:defRPr sz="2000">
                <a:solidFill>
                  <a:srgbClr val="070605"/>
                </a:solidFill>
              </a:defRPr>
            </a:lvl1pPr>
            <a:lvl2pPr>
              <a:defRPr sz="2000">
                <a:solidFill>
                  <a:srgbClr val="070605"/>
                </a:solidFill>
              </a:defRPr>
            </a:lvl2pPr>
            <a:lvl3pPr>
              <a:defRPr sz="2000">
                <a:solidFill>
                  <a:srgbClr val="070605"/>
                </a:solidFill>
              </a:defRPr>
            </a:lvl3pPr>
            <a:lvl4pPr>
              <a:defRPr sz="2000">
                <a:solidFill>
                  <a:srgbClr val="070605"/>
                </a:solidFill>
              </a:defRPr>
            </a:lvl4pPr>
            <a:lvl5pPr>
              <a:defRPr sz="2000">
                <a:solidFill>
                  <a:srgbClr val="07060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550334" y="475920"/>
            <a:ext cx="11091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71D4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533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40273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Copyright © 2022, IQVIA. All rights reserved.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73901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3"/>
            <a:ext cx="12192000" cy="6851577"/>
          </a:xfrm>
          <a:prstGeom prst="rect">
            <a:avLst/>
          </a:prstGeom>
        </p:spPr>
      </p:pic>
      <p:grpSp>
        <p:nvGrpSpPr>
          <p:cNvPr id="8" name="Title Elements" hidden="1"/>
          <p:cNvGrpSpPr>
            <a:grpSpLocks/>
          </p:cNvGrpSpPr>
          <p:nvPr/>
        </p:nvGrpSpPr>
        <p:grpSpPr bwMode="auto">
          <a:xfrm>
            <a:off x="406400" y="3487984"/>
            <a:ext cx="4360472" cy="489163"/>
            <a:chOff x="1663" y="3106"/>
            <a:chExt cx="3109" cy="302"/>
          </a:xfrm>
        </p:grpSpPr>
        <p:sp>
          <p:nvSpPr>
            <p:cNvPr id="9" name="Title Elements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</a:rPr>
                <a:t>Document type</a:t>
              </a:r>
            </a:p>
          </p:txBody>
        </p:sp>
        <p:sp>
          <p:nvSpPr>
            <p:cNvPr id="10" name="Title Elements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</a:rPr>
                <a:t>Date</a:t>
              </a:r>
            </a:p>
          </p:txBody>
        </p:sp>
      </p:grpSp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06400" y="2020767"/>
            <a:ext cx="7738256" cy="492443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3200" b="0" cap="none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06401" y="2585572"/>
            <a:ext cx="7738257" cy="215444"/>
          </a:xfrm>
        </p:spPr>
        <p:txBody>
          <a:bodyPr wrap="square">
            <a:spAutoFit/>
          </a:bodyPr>
          <a:lstStyle>
            <a:lvl1pPr algn="l">
              <a:defRPr sz="1400" baseline="0"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1" name="Rectangle 10"/>
          <p:cNvSpPr/>
          <p:nvPr/>
        </p:nvSpPr>
        <p:spPr bwMode="ltGray">
          <a:xfrm>
            <a:off x="0" y="5851526"/>
            <a:ext cx="12192000" cy="1006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6415153"/>
            <a:ext cx="2613024" cy="316046"/>
          </a:xfrm>
          <a:prstGeom prst="rect">
            <a:avLst/>
          </a:prstGeom>
        </p:spPr>
      </p:pic>
      <p:pic>
        <p:nvPicPr>
          <p:cNvPr id="14" name="Picture 13" descr="Venclexta_RGB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3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3189819" y="6489700"/>
            <a:ext cx="581236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AbbVie-Genentech | Company Confidential and Proprietary |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14881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6" progId="TCLayout.ActiveDocument.1">
                  <p:embed/>
                </p:oleObj>
              </mc:Choice>
              <mc:Fallback>
                <p:oleObj name="think-cell Slide" r:id="rId3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09637" y="234894"/>
            <a:ext cx="94836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67437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859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91">
            <a:extLst>
              <a:ext uri="{FF2B5EF4-FFF2-40B4-BE49-F238E27FC236}">
                <a16:creationId xmlns:a16="http://schemas.microsoft.com/office/drawing/2014/main" id="{70F1E96B-26C5-482D-9807-5C2D442ED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7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100" imgH="38100" progId="TCLayout.ActiveDocument.1">
                  <p:embed/>
                </p:oleObj>
              </mc:Choice>
              <mc:Fallback>
                <p:oleObj name="think-cell Slide" r:id="rId4" imgW="38100" imgH="38100" progId="TCLayout.ActiveDocument.1">
                  <p:embed/>
                  <p:pic>
                    <p:nvPicPr>
                      <p:cNvPr id="4" name="Object 7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Title Elements" hidden="1"/>
          <p:cNvGrpSpPr>
            <a:grpSpLocks/>
          </p:cNvGrpSpPr>
          <p:nvPr/>
        </p:nvGrpSpPr>
        <p:grpSpPr bwMode="auto">
          <a:xfrm>
            <a:off x="406400" y="3487728"/>
            <a:ext cx="4360333" cy="493806"/>
            <a:chOff x="1663" y="3106"/>
            <a:chExt cx="3109" cy="305"/>
          </a:xfrm>
        </p:grpSpPr>
        <p:sp>
          <p:nvSpPr>
            <p:cNvPr id="7" name="Title Elements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  <a:cs typeface="ＭＳ Ｐゴシック" charset="0"/>
                </a:rPr>
                <a:t>Document type</a:t>
              </a:r>
            </a:p>
          </p:txBody>
        </p:sp>
        <p:sp>
          <p:nvSpPr>
            <p:cNvPr id="8" name="Title Elements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  <a:cs typeface="ＭＳ Ｐゴシック" charset="0"/>
                </a:rPr>
                <a:t>Date</a:t>
              </a:r>
            </a:p>
          </p:txBody>
        </p:sp>
      </p:grpSp>
      <p:sp>
        <p:nvSpPr>
          <p:cNvPr id="9" name="Rectangle 8"/>
          <p:cNvSpPr/>
          <p:nvPr/>
        </p:nvSpPr>
        <p:spPr bwMode="ltGray">
          <a:xfrm>
            <a:off x="0" y="5851535"/>
            <a:ext cx="12192000" cy="100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11" name="Picture 97" descr="Venclexta_RGB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9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06400" y="1468398"/>
            <a:ext cx="10058400" cy="553998"/>
          </a:xfrm>
          <a:prstGeom prst="rect">
            <a:avLst/>
          </a:prstGeom>
        </p:spPr>
        <p:txBody>
          <a:bodyPr anchor="b"/>
          <a:lstStyle>
            <a:lvl1pPr algn="l">
              <a:defRPr sz="3600" b="1" cap="none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06404" y="2094756"/>
            <a:ext cx="7738257" cy="461665"/>
          </a:xfrm>
          <a:prstGeom prst="rect">
            <a:avLst/>
          </a:prstGeom>
        </p:spPr>
        <p:txBody>
          <a:bodyPr/>
          <a:lstStyle>
            <a:lvl1pPr algn="l">
              <a:defRPr sz="3000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629943"/>
            <a:ext cx="7738256" cy="276999"/>
          </a:xfrm>
          <a:prstGeom prst="rect">
            <a:avLst/>
          </a:prstGeom>
        </p:spPr>
        <p:txBody>
          <a:bodyPr/>
          <a:lstStyle>
            <a:lvl1pPr marL="342864" marR="0" indent="-342864" algn="l" defTabSz="9127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tabLst/>
              <a:defRPr sz="1800"/>
            </a:lvl1pPr>
          </a:lstStyle>
          <a:p>
            <a:pPr marL="342864" marR="0" lvl="0" indent="-342864" algn="l" defTabSz="9127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US" kern="0"/>
              <a:t>Click to edit </a:t>
            </a:r>
            <a:r>
              <a:rPr lang="en-US"/>
              <a:t>Date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C9936F5-26CF-4802-BC5D-11D8AD228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1" y="6559560"/>
            <a:ext cx="254000" cy="12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303" fontAlgn="auto">
              <a:spcBef>
                <a:spcPts val="0"/>
              </a:spcBef>
              <a:spcAft>
                <a:spcPts val="0"/>
              </a:spcAft>
              <a:defRPr sz="800">
                <a:solidFill>
                  <a:schemeClr val="tx2">
                    <a:lumMod val="75000"/>
                  </a:schemeClr>
                </a:solidFill>
                <a:latin typeface="Arial"/>
                <a:ea typeface="ＭＳ Ｐゴシック"/>
                <a:cs typeface="+mn-cs"/>
              </a:defRPr>
            </a:lvl1pPr>
          </a:lstStyle>
          <a:p>
            <a:pPr>
              <a:defRPr/>
            </a:pPr>
            <a:fld id="{9EC6D65D-F88D-0347-9EF7-484ABE400A5B}" type="slidenum">
              <a:rPr lang="en-US" smtClean="0">
                <a:solidFill>
                  <a:srgbClr val="005570">
                    <a:lumMod val="75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5570">
                  <a:lumMod val="75000"/>
                </a:srgbClr>
              </a:solidFill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7C3BB642-AB24-4611-9EB3-16B9A253A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19" y="6638088"/>
            <a:ext cx="5812367" cy="21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 | Company Confidential and Proprietary | For Internal Use Only</a:t>
            </a:r>
          </a:p>
        </p:txBody>
      </p:sp>
      <p:pic>
        <p:nvPicPr>
          <p:cNvPr id="16" name="Picture 73">
            <a:extLst>
              <a:ext uri="{FF2B5EF4-FFF2-40B4-BE49-F238E27FC236}">
                <a16:creationId xmlns:a16="http://schemas.microsoft.com/office/drawing/2014/main" id="{C3BAB73C-4B9B-4800-9A45-BF1C7CBAD49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0" r="54295"/>
          <a:stretch/>
        </p:blipFill>
        <p:spPr bwMode="auto">
          <a:xfrm>
            <a:off x="322969" y="6459546"/>
            <a:ext cx="1591312" cy="29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6CA026-98B0-4E0F-952F-78712A60A0D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94"/>
          <a:stretch/>
        </p:blipFill>
        <p:spPr bwMode="auto">
          <a:xfrm>
            <a:off x="2000233" y="6435637"/>
            <a:ext cx="1362616" cy="3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39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5851526"/>
            <a:ext cx="12192000" cy="1006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 eaLnBrk="0" fontAlgn="base" hangingPunct="0"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711200" y="1236183"/>
            <a:ext cx="7315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711200" y="2616202"/>
            <a:ext cx="6502400" cy="28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6415153"/>
            <a:ext cx="2613024" cy="31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 descr="Venclexta_RG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0400" y="6438202"/>
            <a:ext cx="2133600" cy="32328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3190527" y="6490156"/>
            <a:ext cx="581094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 defTabSz="914400" eaLnBrk="0" fontAlgn="base" hangingPunct="0"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E8082"/>
                </a:solidFill>
                <a:ea typeface="Arial"/>
                <a:cs typeface="Arial"/>
                <a:sym typeface="Arial"/>
              </a:rPr>
              <a:t>AbbVie-Genentech | Company Confidential and Proprietary | For Internal Use Only</a:t>
            </a:r>
            <a:endParaRPr sz="140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5456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1142999"/>
            <a:ext cx="11091333" cy="1538883"/>
          </a:xfrm>
        </p:spPr>
        <p:txBody>
          <a:bodyPr anchor="t"/>
          <a:lstStyle>
            <a:lvl1pPr>
              <a:defRPr sz="2000">
                <a:solidFill>
                  <a:srgbClr val="070605"/>
                </a:solidFill>
              </a:defRPr>
            </a:lvl1pPr>
            <a:lvl2pPr>
              <a:defRPr sz="2000">
                <a:solidFill>
                  <a:srgbClr val="070605"/>
                </a:solidFill>
              </a:defRPr>
            </a:lvl2pPr>
            <a:lvl3pPr>
              <a:defRPr sz="2000">
                <a:solidFill>
                  <a:srgbClr val="070605"/>
                </a:solidFill>
              </a:defRPr>
            </a:lvl3pPr>
            <a:lvl4pPr>
              <a:defRPr sz="2000">
                <a:solidFill>
                  <a:srgbClr val="070605"/>
                </a:solidFill>
              </a:defRPr>
            </a:lvl4pPr>
            <a:lvl5pPr>
              <a:defRPr sz="2000">
                <a:solidFill>
                  <a:srgbClr val="07060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550334" y="475920"/>
            <a:ext cx="11091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71D4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5973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6" y="8"/>
          <a:ext cx="2159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8100" imgH="38100" progId="TCLayout.ActiveDocument.1">
                  <p:embed/>
                </p:oleObj>
              </mc:Choice>
              <mc:Fallback>
                <p:oleObj name="think-cell Slide" r:id="rId20" imgW="38100" imgH="38100" progId="TCLayout.ActiveDocument.1">
                  <p:embed/>
                  <p:pic>
                    <p:nvPicPr>
                      <p:cNvPr id="3" name="Object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" y="8"/>
                        <a:ext cx="21590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corner art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8521700" y="0"/>
            <a:ext cx="3683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1. On-page tracker" hidden="1"/>
          <p:cNvSpPr>
            <a:spLocks noChangeArrowheads="1"/>
          </p:cNvSpPr>
          <p:nvPr/>
        </p:nvSpPr>
        <p:spPr bwMode="auto">
          <a:xfrm>
            <a:off x="410638" y="61918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808080"/>
                </a:solidFill>
                <a:latin typeface="Arial" charset="0"/>
                <a:ea typeface="ＭＳ Ｐゴシック" charset="0"/>
                <a:cs typeface="ＭＳ Ｐゴシック" charset="0"/>
              </a:rPr>
              <a:t>TRACKER</a:t>
            </a:r>
          </a:p>
        </p:txBody>
      </p:sp>
      <p:sp>
        <p:nvSpPr>
          <p:cNvPr id="7" name="3. Unit of measure" hidden="1"/>
          <p:cNvSpPr txBox="1">
            <a:spLocks noChangeArrowheads="1"/>
          </p:cNvSpPr>
          <p:nvPr/>
        </p:nvSpPr>
        <p:spPr bwMode="auto">
          <a:xfrm>
            <a:off x="410633" y="555631"/>
            <a:ext cx="948266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  <a:ea typeface="ＭＳ Ｐゴシック"/>
                <a:cs typeface="ＭＳ Ｐゴシック" charset="0"/>
              </a:rPr>
              <a:t>Unit of measure</a:t>
            </a:r>
          </a:p>
        </p:txBody>
      </p:sp>
      <p:grpSp>
        <p:nvGrpSpPr>
          <p:cNvPr id="8" name="ACET" hidden="1"/>
          <p:cNvGrpSpPr>
            <a:grpSpLocks/>
          </p:cNvGrpSpPr>
          <p:nvPr/>
        </p:nvGrpSpPr>
        <p:grpSpPr bwMode="auto">
          <a:xfrm>
            <a:off x="3168654" y="1790880"/>
            <a:ext cx="5854700" cy="511003"/>
            <a:chOff x="915" y="715"/>
            <a:chExt cx="2686" cy="315"/>
          </a:xfrm>
        </p:grpSpPr>
        <p:cxnSp>
          <p:nvCxnSpPr>
            <p:cNvPr id="9" name="AutoShape 249"/>
            <p:cNvCxnSpPr>
              <a:cxnSpLocks noChangeShapeType="1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" name="AutoShape 250"/>
            <p:cNvSpPr>
              <a:spLocks noChangeArrowheads="1"/>
            </p:cNvSpPr>
            <p:nvPr/>
          </p:nvSpPr>
          <p:spPr bwMode="auto">
            <a:xfrm>
              <a:off x="915" y="715"/>
              <a:ext cx="2686" cy="31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Unit of measure</a:t>
              </a:r>
            </a:p>
          </p:txBody>
        </p:sp>
      </p:grpSp>
      <p:grpSp>
        <p:nvGrpSpPr>
          <p:cNvPr id="11" name="LegendBoxes" hidden="1"/>
          <p:cNvGrpSpPr>
            <a:grpSpLocks/>
          </p:cNvGrpSpPr>
          <p:nvPr/>
        </p:nvGrpSpPr>
        <p:grpSpPr bwMode="auto">
          <a:xfrm>
            <a:off x="8875219" y="273050"/>
            <a:ext cx="848785" cy="996950"/>
            <a:chOff x="4936" y="176"/>
            <a:chExt cx="401" cy="628"/>
          </a:xfrm>
        </p:grpSpPr>
        <p:sp>
          <p:nvSpPr>
            <p:cNvPr id="12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3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5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7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9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0" name="LegendLines" hidden="1"/>
          <p:cNvGrpSpPr>
            <a:grpSpLocks/>
          </p:cNvGrpSpPr>
          <p:nvPr/>
        </p:nvGrpSpPr>
        <p:grpSpPr bwMode="auto">
          <a:xfrm>
            <a:off x="8464566" y="273052"/>
            <a:ext cx="1259418" cy="730250"/>
            <a:chOff x="4750" y="176"/>
            <a:chExt cx="595" cy="460"/>
          </a:xfrm>
        </p:grpSpPr>
        <p:sp>
          <p:nvSpPr>
            <p:cNvPr id="21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22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23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24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25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26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</p:grpSp>
      <p:grpSp>
        <p:nvGrpSpPr>
          <p:cNvPr id="27" name="McKSticker" hidden="1"/>
          <p:cNvGrpSpPr>
            <a:grpSpLocks/>
          </p:cNvGrpSpPr>
          <p:nvPr/>
        </p:nvGrpSpPr>
        <p:grpSpPr bwMode="auto">
          <a:xfrm>
            <a:off x="8470897" y="273057"/>
            <a:ext cx="1422400" cy="212727"/>
            <a:chOff x="7673880" y="285750"/>
            <a:chExt cx="1066895" cy="212366"/>
          </a:xfrm>
        </p:grpSpPr>
        <p:sp>
          <p:nvSpPr>
            <p:cNvPr id="28" name="StickerRectangle"/>
            <p:cNvSpPr>
              <a:spLocks noChangeArrowheads="1"/>
            </p:cNvSpPr>
            <p:nvPr/>
          </p:nvSpPr>
          <p:spPr bwMode="auto">
            <a:xfrm>
              <a:off x="7940533" y="285750"/>
              <a:ext cx="800242" cy="21200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80808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PRELIMINARY</a:t>
              </a:r>
            </a:p>
          </p:txBody>
        </p:sp>
        <p:cxnSp>
          <p:nvCxnSpPr>
            <p:cNvPr id="29" name="AutoShape 31"/>
            <p:cNvCxnSpPr>
              <a:cxnSpLocks noChangeShapeType="1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32"/>
            <p:cNvCxnSpPr>
              <a:cxnSpLocks noChangeShapeType="1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" name="Slide Elements" hidden="1"/>
          <p:cNvGrpSpPr>
            <a:grpSpLocks/>
          </p:cNvGrpSpPr>
          <p:nvPr/>
        </p:nvGrpSpPr>
        <p:grpSpPr bwMode="auto">
          <a:xfrm>
            <a:off x="410636" y="5873851"/>
            <a:ext cx="11370733" cy="352325"/>
            <a:chOff x="307226" y="5873577"/>
            <a:chExt cx="8529548" cy="353348"/>
          </a:xfrm>
        </p:grpSpPr>
        <p:sp>
          <p:nvSpPr>
            <p:cNvPr id="32" name="4. Footnote"/>
            <p:cNvSpPr txBox="1">
              <a:spLocks noChangeArrowheads="1"/>
            </p:cNvSpPr>
            <p:nvPr/>
          </p:nvSpPr>
          <p:spPr bwMode="auto">
            <a:xfrm>
              <a:off x="307226" y="5873577"/>
              <a:ext cx="8529548" cy="154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rPr>
                <a:t>1 Footnote</a:t>
              </a:r>
            </a:p>
          </p:txBody>
        </p:sp>
        <p:sp>
          <p:nvSpPr>
            <p:cNvPr id="33" name="5. Source"/>
            <p:cNvSpPr>
              <a:spLocks noChangeArrowheads="1"/>
            </p:cNvSpPr>
            <p:nvPr/>
          </p:nvSpPr>
          <p:spPr bwMode="auto">
            <a:xfrm>
              <a:off x="307226" y="6072590"/>
              <a:ext cx="8529548" cy="154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marL="469876" indent="-469876" defTabSz="895306" fontAlgn="base">
                <a:spcBef>
                  <a:spcPct val="0"/>
                </a:spcBef>
                <a:spcAft>
                  <a:spcPct val="0"/>
                </a:spcAft>
                <a:tabLst>
                  <a:tab pos="479401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Source: Source</a:t>
              </a:r>
            </a:p>
          </p:txBody>
        </p:sp>
      </p:grpSp>
      <p:grpSp>
        <p:nvGrpSpPr>
          <p:cNvPr id="34" name="LegendMoons" hidden="1"/>
          <p:cNvGrpSpPr>
            <a:grpSpLocks/>
          </p:cNvGrpSpPr>
          <p:nvPr/>
        </p:nvGrpSpPr>
        <p:grpSpPr bwMode="auto">
          <a:xfrm>
            <a:off x="8786270" y="273054"/>
            <a:ext cx="937235" cy="1306513"/>
            <a:chOff x="5428012" y="273840"/>
            <a:chExt cx="703070" cy="1306516"/>
          </a:xfrm>
        </p:grpSpPr>
        <p:sp>
          <p:nvSpPr>
            <p:cNvPr id="35" name="Legend1"/>
            <p:cNvSpPr>
              <a:spLocks noChangeArrowheads="1"/>
            </p:cNvSpPr>
            <p:nvPr/>
          </p:nvSpPr>
          <p:spPr bwMode="auto">
            <a:xfrm>
              <a:off x="5748687" y="286540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6" name="Legend2"/>
            <p:cNvSpPr>
              <a:spLocks noChangeArrowheads="1"/>
            </p:cNvSpPr>
            <p:nvPr/>
          </p:nvSpPr>
          <p:spPr bwMode="auto">
            <a:xfrm>
              <a:off x="5748687" y="561178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7" name="Legend3"/>
            <p:cNvSpPr>
              <a:spLocks noChangeArrowheads="1"/>
            </p:cNvSpPr>
            <p:nvPr/>
          </p:nvSpPr>
          <p:spPr bwMode="auto">
            <a:xfrm>
              <a:off x="5748687" y="835817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8" name="Legend4"/>
            <p:cNvSpPr>
              <a:spLocks noChangeArrowheads="1"/>
            </p:cNvSpPr>
            <p:nvPr/>
          </p:nvSpPr>
          <p:spPr bwMode="auto">
            <a:xfrm>
              <a:off x="5748687" y="1107280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9" name="Legend5"/>
            <p:cNvSpPr>
              <a:spLocks noChangeArrowheads="1"/>
            </p:cNvSpPr>
            <p:nvPr/>
          </p:nvSpPr>
          <p:spPr bwMode="auto">
            <a:xfrm>
              <a:off x="5748687" y="1383505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grpSp>
          <p:nvGrpSpPr>
            <p:cNvPr id="40" name="MoonLegend1"/>
            <p:cNvGrpSpPr>
              <a:grpSpLocks noChangeAspect="1"/>
            </p:cNvGrpSpPr>
            <p:nvPr userDrawn="1">
              <p:custDataLst>
                <p:tags r:id="rId4"/>
              </p:custDataLst>
            </p:nvPr>
          </p:nvGrpSpPr>
          <p:grpSpPr bwMode="auto">
            <a:xfrm>
              <a:off x="5428012" y="273840"/>
              <a:ext cx="209550" cy="209551"/>
              <a:chOff x="1694" y="2044"/>
              <a:chExt cx="160" cy="160"/>
            </a:xfrm>
          </p:grpSpPr>
          <p:sp>
            <p:nvSpPr>
              <p:cNvPr id="53" name="Oval 41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54" name="Arc 42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1" name="MoonLegend2"/>
            <p:cNvGrpSpPr>
              <a:grpSpLocks noChangeAspect="1"/>
            </p:cNvGrpSpPr>
            <p:nvPr userDrawn="1">
              <p:custDataLst>
                <p:tags r:id="rId5"/>
              </p:custDataLst>
            </p:nvPr>
          </p:nvGrpSpPr>
          <p:grpSpPr bwMode="auto">
            <a:xfrm>
              <a:off x="5428012" y="548081"/>
              <a:ext cx="209550" cy="209551"/>
              <a:chOff x="1694" y="2044"/>
              <a:chExt cx="160" cy="160"/>
            </a:xfrm>
          </p:grpSpPr>
          <p:sp>
            <p:nvSpPr>
              <p:cNvPr id="51" name="Oval 41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52" name="Arc 42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2" name="MoonLegend3"/>
            <p:cNvGrpSpPr>
              <a:grpSpLocks noChangeAspect="1"/>
            </p:cNvGrpSpPr>
            <p:nvPr userDrawn="1">
              <p:custDataLst>
                <p:tags r:id="rId6"/>
              </p:custDataLst>
            </p:nvPr>
          </p:nvGrpSpPr>
          <p:grpSpPr bwMode="auto">
            <a:xfrm>
              <a:off x="5428012" y="822322"/>
              <a:ext cx="209550" cy="209551"/>
              <a:chOff x="1694" y="2044"/>
              <a:chExt cx="160" cy="160"/>
            </a:xfrm>
          </p:grpSpPr>
          <p:sp>
            <p:nvSpPr>
              <p:cNvPr id="49" name="Oval 41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694" y="2042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50" name="Arc 42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94" y="2042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3" name="MoonLegend4"/>
            <p:cNvGrpSpPr>
              <a:grpSpLocks noChangeAspect="1"/>
            </p:cNvGrpSpPr>
            <p:nvPr userDrawn="1">
              <p:custDataLst>
                <p:tags r:id="rId7"/>
              </p:custDataLst>
            </p:nvPr>
          </p:nvGrpSpPr>
          <p:grpSpPr bwMode="auto">
            <a:xfrm>
              <a:off x="5428012" y="1096563"/>
              <a:ext cx="209550" cy="209551"/>
              <a:chOff x="1694" y="2044"/>
              <a:chExt cx="160" cy="160"/>
            </a:xfrm>
          </p:grpSpPr>
          <p:sp>
            <p:nvSpPr>
              <p:cNvPr id="47" name="Oval 41"/>
              <p:cNvSpPr>
                <a:spLocks noChangeAspect="1"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48" name="Arc 42"/>
              <p:cNvSpPr>
                <a:spLocks noChangeAspect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4" name="MoonLegend5"/>
            <p:cNvGrpSpPr>
              <a:grpSpLocks noChangeAspect="1"/>
            </p:cNvGrpSpPr>
            <p:nvPr userDrawn="1">
              <p:custDataLst>
                <p:tags r:id="rId8"/>
              </p:custDataLst>
            </p:nvPr>
          </p:nvGrpSpPr>
          <p:grpSpPr bwMode="auto">
            <a:xfrm>
              <a:off x="5428012" y="1370805"/>
              <a:ext cx="209550" cy="209551"/>
              <a:chOff x="1694" y="2044"/>
              <a:chExt cx="160" cy="160"/>
            </a:xfrm>
          </p:grpSpPr>
          <p:sp>
            <p:nvSpPr>
              <p:cNvPr id="45" name="Oval 41"/>
              <p:cNvSpPr>
                <a:spLocks noChangeAspect="1"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46" name="Arc 42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</p:grpSp>
      <p:pic>
        <p:nvPicPr>
          <p:cNvPr id="55" name="LINE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6272220"/>
            <a:ext cx="12192000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Moon" hidden="1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10617201" y="987425"/>
            <a:ext cx="338667" cy="254000"/>
            <a:chOff x="762000" y="1270000"/>
            <a:chExt cx="254000" cy="254000"/>
          </a:xfrm>
        </p:grpSpPr>
        <p:sp>
          <p:nvSpPr>
            <p:cNvPr id="60" name="Oval 59"/>
            <p:cNvSpPr/>
            <p:nvPr/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61" name="Arc 60"/>
            <p:cNvSpPr/>
            <p:nvPr/>
          </p:nvSpPr>
          <p:spPr>
            <a:xfrm>
              <a:off x="762000" y="1270000"/>
              <a:ext cx="254000" cy="254000"/>
            </a:xfrm>
            <a:prstGeom prst="arc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graphicFrame>
        <p:nvGraphicFramePr>
          <p:cNvPr id="62" name="Object 76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122" y="1596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38100" imgH="38100" progId="TCLayout.ActiveDocument.1">
                  <p:embed/>
                </p:oleObj>
              </mc:Choice>
              <mc:Fallback>
                <p:oleObj name="think-cell Slide" r:id="rId24" imgW="38100" imgH="38100" progId="TCLayout.ActiveDocument.1">
                  <p:embed/>
                  <p:pic>
                    <p:nvPicPr>
                      <p:cNvPr id="62" name="Object 7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6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09641" y="234900"/>
            <a:ext cx="94836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7389229D-C9AB-434E-A1EC-1498D8586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836400" y="6559552"/>
            <a:ext cx="254000" cy="107723"/>
          </a:xfrm>
        </p:spPr>
        <p:txBody>
          <a:bodyPr/>
          <a:lstStyle>
            <a:lvl1pPr defTabSz="457178">
              <a:defRPr sz="700">
                <a:solidFill>
                  <a:srgbClr val="005570"/>
                </a:solidFill>
              </a:defRPr>
            </a:lvl1pPr>
          </a:lstStyle>
          <a:p>
            <a:pPr>
              <a:defRPr/>
            </a:pPr>
            <a:fld id="{1CD9E6E3-DF5A-534E-8ECE-8B67919F30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4" name="Rectangle 286">
            <a:extLst>
              <a:ext uri="{FF2B5EF4-FFF2-40B4-BE49-F238E27FC236}">
                <a16:creationId xmlns:a16="http://schemas.microsoft.com/office/drawing/2014/main" id="{5C6D76B6-CDC0-124E-9357-9C92495F7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407" y="989538"/>
            <a:ext cx="11374962" cy="505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9399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90409"/>
            <a:ext cx="10515600" cy="928792"/>
          </a:xfrm>
        </p:spPr>
        <p:txBody>
          <a:bodyPr wrap="square">
            <a:normAutofit/>
          </a:bodyPr>
          <a:lstStyle>
            <a:lvl1pPr>
              <a:defRPr sz="3200"/>
            </a:lvl1pPr>
          </a:lstStyle>
          <a:p>
            <a:r>
              <a:rPr lang="en-US"/>
              <a:t>Headline option 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773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1" y="5994400"/>
            <a:ext cx="5810249" cy="372533"/>
          </a:xfrm>
        </p:spPr>
        <p:txBody>
          <a:bodyPr wrap="square" anchor="b" anchorCtr="0">
            <a:noAutofit/>
          </a:bodyPr>
          <a:lstStyle>
            <a:lvl1pPr>
              <a:defRPr sz="1333"/>
            </a:lvl1pPr>
          </a:lstStyle>
          <a:p>
            <a:pPr lvl="0"/>
            <a:r>
              <a:rPr lang="en-US"/>
              <a:t>Insert source or footnote.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02819"/>
            <a:ext cx="5810249" cy="15902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 defTabSz="0">
              <a:tabLst>
                <a:tab pos="0" algn="l"/>
              </a:tabLst>
              <a:defRPr sz="1067">
                <a:solidFill>
                  <a:schemeClr val="accent6"/>
                </a:solidFill>
              </a:defRPr>
            </a:lvl1pPr>
          </a:lstStyle>
          <a:p>
            <a:r>
              <a:rPr lang="en-US"/>
              <a:t>For Representative Education Only.  US-VEN-240072</a:t>
            </a:r>
          </a:p>
        </p:txBody>
      </p:sp>
      <p:sp>
        <p:nvSpPr>
          <p:cNvPr id="7" name="Text Placeholder 1"/>
          <p:cNvSpPr>
            <a:spLocks noGrp="1"/>
          </p:cNvSpPr>
          <p:nvPr>
            <p:ph idx="1" hasCustomPrompt="1"/>
          </p:nvPr>
        </p:nvSpPr>
        <p:spPr>
          <a:xfrm>
            <a:off x="838200" y="1377796"/>
            <a:ext cx="10515600" cy="44109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charset="0"/>
              <a:buNone/>
              <a:tabLst/>
              <a:defRPr>
                <a:solidFill>
                  <a:srgbClr val="404040"/>
                </a:solidFill>
              </a:defRPr>
            </a:lvl1pPr>
            <a:lvl2pPr marL="685783" marR="0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accent6"/>
                </a:solidFill>
              </a:defRPr>
            </a:lvl2pPr>
            <a:lvl3pPr marL="1142971" marR="0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AppleSystemUIFont" charset="-120"/>
              <a:buChar char="‑"/>
              <a:tabLst/>
              <a:defRPr>
                <a:solidFill>
                  <a:schemeClr val="accent6"/>
                </a:solidFill>
              </a:defRPr>
            </a:lvl3pPr>
            <a:lvl4pPr marL="1600160" marR="0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>
                <a:solidFill>
                  <a:schemeClr val="accent6"/>
                </a:solidFill>
              </a:defRPr>
            </a:lvl4pPr>
            <a:lvl5pPr marL="2057349" marR="0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AppleSystemUIFont" charset="-120"/>
              <a:buChar char="‑"/>
              <a:tabLst/>
              <a:defRPr>
                <a:solidFill>
                  <a:schemeClr val="accent6"/>
                </a:solidFill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2971" marR="0" lvl="2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AppleSystemUIFont" charset="-120"/>
              <a:buChar char="‑"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160" marR="0" lvl="3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349" marR="0" lvl="4" indent="-228594" algn="l" defTabSz="914377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AppleSystemUIFont" charset="-120"/>
              <a:buChar char="‑"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47143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295400"/>
            <a:ext cx="10058400" cy="4419600"/>
          </a:xfrm>
        </p:spPr>
        <p:txBody>
          <a:bodyPr lIns="0" tIns="0" rIns="0" bIns="0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 marL="342900" indent="-171450">
              <a:buClr>
                <a:schemeClr val="accent3"/>
              </a:buClr>
              <a:defRPr>
                <a:solidFill>
                  <a:schemeClr val="tx1"/>
                </a:solidFill>
              </a:defRPr>
            </a:lvl2pPr>
            <a:lvl3pPr marL="514350" indent="-114300">
              <a:defRPr>
                <a:solidFill>
                  <a:schemeClr val="tx1"/>
                </a:solidFill>
              </a:defRPr>
            </a:lvl3pPr>
            <a:lvl4pPr marL="685800" indent="-114300">
              <a:buClr>
                <a:schemeClr val="accent3"/>
              </a:buClr>
              <a:defRPr>
                <a:solidFill>
                  <a:schemeClr val="tx1"/>
                </a:solidFill>
              </a:defRPr>
            </a:lvl4pPr>
            <a:lvl5pPr marL="857250" indent="-114300">
              <a:buClr>
                <a:schemeClr val="accent3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1200" y="177800"/>
            <a:ext cx="8128000" cy="10160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38070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2"/>
          <a:ext cx="211667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100" imgH="38100" progId="TCLayout.ActiveDocument.1">
                  <p:embed/>
                </p:oleObj>
              </mc:Choice>
              <mc:Fallback>
                <p:oleObj name="think-cell Slide" r:id="rId4" imgW="38100" imgH="38100" progId="TCLayout.ActiveDocument.1">
                  <p:embed/>
                  <p:pic>
                    <p:nvPicPr>
                      <p:cNvPr id="4" name="Object 7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2"/>
                        <a:ext cx="211667" cy="158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200" b="0" i="0" baseline="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  <a:sym typeface="Arial" panose="020B0604020202020204" pitchFamily="34" charset="0"/>
            </a:endParaRPr>
          </a:p>
        </p:txBody>
      </p:sp>
      <p:pic>
        <p:nvPicPr>
          <p:cNvPr id="5" name="Picture 9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1"/>
            <a:ext cx="12192000" cy="6851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Title Elements" hidden="1"/>
          <p:cNvGrpSpPr>
            <a:grpSpLocks/>
          </p:cNvGrpSpPr>
          <p:nvPr/>
        </p:nvGrpSpPr>
        <p:grpSpPr bwMode="auto">
          <a:xfrm>
            <a:off x="406400" y="3492572"/>
            <a:ext cx="4360333" cy="484091"/>
            <a:chOff x="1663" y="3109"/>
            <a:chExt cx="3109" cy="299"/>
          </a:xfrm>
        </p:grpSpPr>
        <p:sp>
          <p:nvSpPr>
            <p:cNvPr id="7" name="Title Elements"/>
            <p:cNvSpPr txBox="1">
              <a:spLocks noChangeArrowheads="1"/>
            </p:cNvSpPr>
            <p:nvPr/>
          </p:nvSpPr>
          <p:spPr bwMode="auto">
            <a:xfrm>
              <a:off x="1663" y="3109"/>
              <a:ext cx="3109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rPr>
                <a:t>Document type</a:t>
              </a:r>
            </a:p>
          </p:txBody>
        </p:sp>
        <p:sp>
          <p:nvSpPr>
            <p:cNvPr id="8" name="Title Elements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rPr>
                <a:t>Date</a:t>
              </a:r>
            </a:p>
          </p:txBody>
        </p:sp>
      </p:grpSp>
      <p:sp>
        <p:nvSpPr>
          <p:cNvPr id="9" name="Rectangle 8"/>
          <p:cNvSpPr/>
          <p:nvPr/>
        </p:nvSpPr>
        <p:spPr bwMode="ltGray">
          <a:xfrm>
            <a:off x="0" y="5851533"/>
            <a:ext cx="12192000" cy="100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10" name="Picture 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7" y="6415088"/>
            <a:ext cx="2611967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7" descr="Venclexta_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9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3189824" y="6489700"/>
            <a:ext cx="581236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AbbVie-Genentech | Company Confidential and Proprietary | For Internal Use Only</a:t>
            </a:r>
          </a:p>
        </p:txBody>
      </p:sp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06400" y="2020772"/>
            <a:ext cx="7738256" cy="492443"/>
          </a:xfrm>
          <a:prstGeom prst="rect">
            <a:avLst/>
          </a:prstGeom>
        </p:spPr>
        <p:txBody>
          <a:bodyPr anchor="b"/>
          <a:lstStyle>
            <a:lvl1pPr algn="l">
              <a:defRPr sz="3200" b="0" cap="none" baseline="0">
                <a:solidFill>
                  <a:schemeClr val="tx2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06406" y="2585574"/>
            <a:ext cx="7738257" cy="215444"/>
          </a:xfrm>
        </p:spPr>
        <p:txBody>
          <a:bodyPr/>
          <a:lstStyle>
            <a:lvl1pPr algn="l">
              <a:defRPr sz="1400" baseline="0"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303D3F-06E3-44FC-BA5F-60F6D46FBF3A}"/>
              </a:ext>
            </a:extLst>
          </p:cNvPr>
          <p:cNvSpPr/>
          <p:nvPr userDrawn="1"/>
        </p:nvSpPr>
        <p:spPr>
          <a:xfrm>
            <a:off x="1664340" y="6415088"/>
            <a:ext cx="1730123" cy="322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8304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6" y="8"/>
          <a:ext cx="2159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8100" imgH="38100" progId="TCLayout.ActiveDocument.1">
                  <p:embed/>
                </p:oleObj>
              </mc:Choice>
              <mc:Fallback>
                <p:oleObj name="think-cell Slide" r:id="rId20" imgW="38100" imgH="38100" progId="TCLayout.ActiveDocument.1">
                  <p:embed/>
                  <p:pic>
                    <p:nvPicPr>
                      <p:cNvPr id="3" name="Object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" y="8"/>
                        <a:ext cx="21590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corner art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8521700" y="0"/>
            <a:ext cx="3683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1. On-page tracker" hidden="1"/>
          <p:cNvSpPr>
            <a:spLocks noChangeArrowheads="1"/>
          </p:cNvSpPr>
          <p:nvPr/>
        </p:nvSpPr>
        <p:spPr bwMode="auto">
          <a:xfrm>
            <a:off x="410638" y="61918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808080"/>
                </a:solidFill>
                <a:latin typeface="Arial" charset="0"/>
                <a:ea typeface="ＭＳ Ｐゴシック" charset="0"/>
                <a:cs typeface="ＭＳ Ｐゴシック" charset="0"/>
              </a:rPr>
              <a:t>TRACKER</a:t>
            </a:r>
          </a:p>
        </p:txBody>
      </p:sp>
      <p:sp>
        <p:nvSpPr>
          <p:cNvPr id="7" name="3. Unit of measure" hidden="1"/>
          <p:cNvSpPr txBox="1">
            <a:spLocks noChangeArrowheads="1"/>
          </p:cNvSpPr>
          <p:nvPr/>
        </p:nvSpPr>
        <p:spPr bwMode="auto">
          <a:xfrm>
            <a:off x="410633" y="555631"/>
            <a:ext cx="948266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  <a:ea typeface="ＭＳ Ｐゴシック"/>
                <a:cs typeface="ＭＳ Ｐゴシック" charset="0"/>
              </a:rPr>
              <a:t>Unit of measure</a:t>
            </a:r>
          </a:p>
        </p:txBody>
      </p:sp>
      <p:grpSp>
        <p:nvGrpSpPr>
          <p:cNvPr id="8" name="ACET" hidden="1"/>
          <p:cNvGrpSpPr>
            <a:grpSpLocks/>
          </p:cNvGrpSpPr>
          <p:nvPr/>
        </p:nvGrpSpPr>
        <p:grpSpPr bwMode="auto">
          <a:xfrm>
            <a:off x="3168654" y="1790880"/>
            <a:ext cx="5854700" cy="511003"/>
            <a:chOff x="915" y="715"/>
            <a:chExt cx="2686" cy="315"/>
          </a:xfrm>
        </p:grpSpPr>
        <p:cxnSp>
          <p:nvCxnSpPr>
            <p:cNvPr id="9" name="AutoShape 249"/>
            <p:cNvCxnSpPr>
              <a:cxnSpLocks noChangeShapeType="1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" name="AutoShape 250"/>
            <p:cNvSpPr>
              <a:spLocks noChangeArrowheads="1"/>
            </p:cNvSpPr>
            <p:nvPr/>
          </p:nvSpPr>
          <p:spPr bwMode="auto">
            <a:xfrm>
              <a:off x="915" y="715"/>
              <a:ext cx="2686" cy="31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Unit of measure</a:t>
              </a:r>
            </a:p>
          </p:txBody>
        </p:sp>
      </p:grpSp>
      <p:grpSp>
        <p:nvGrpSpPr>
          <p:cNvPr id="11" name="LegendBoxes" hidden="1"/>
          <p:cNvGrpSpPr>
            <a:grpSpLocks/>
          </p:cNvGrpSpPr>
          <p:nvPr/>
        </p:nvGrpSpPr>
        <p:grpSpPr bwMode="auto">
          <a:xfrm>
            <a:off x="8875219" y="273050"/>
            <a:ext cx="848785" cy="996950"/>
            <a:chOff x="4936" y="176"/>
            <a:chExt cx="401" cy="628"/>
          </a:xfrm>
        </p:grpSpPr>
        <p:sp>
          <p:nvSpPr>
            <p:cNvPr id="12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3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5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7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9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0" name="LegendLines" hidden="1"/>
          <p:cNvGrpSpPr>
            <a:grpSpLocks/>
          </p:cNvGrpSpPr>
          <p:nvPr/>
        </p:nvGrpSpPr>
        <p:grpSpPr bwMode="auto">
          <a:xfrm>
            <a:off x="8464566" y="273052"/>
            <a:ext cx="1259418" cy="730250"/>
            <a:chOff x="4750" y="176"/>
            <a:chExt cx="595" cy="460"/>
          </a:xfrm>
        </p:grpSpPr>
        <p:sp>
          <p:nvSpPr>
            <p:cNvPr id="21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22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23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24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25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26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</p:grpSp>
      <p:grpSp>
        <p:nvGrpSpPr>
          <p:cNvPr id="27" name="McKSticker" hidden="1"/>
          <p:cNvGrpSpPr>
            <a:grpSpLocks/>
          </p:cNvGrpSpPr>
          <p:nvPr/>
        </p:nvGrpSpPr>
        <p:grpSpPr bwMode="auto">
          <a:xfrm>
            <a:off x="8470897" y="273057"/>
            <a:ext cx="1422400" cy="212727"/>
            <a:chOff x="7673880" y="285750"/>
            <a:chExt cx="1066895" cy="212366"/>
          </a:xfrm>
        </p:grpSpPr>
        <p:sp>
          <p:nvSpPr>
            <p:cNvPr id="28" name="StickerRectangle"/>
            <p:cNvSpPr>
              <a:spLocks noChangeArrowheads="1"/>
            </p:cNvSpPr>
            <p:nvPr/>
          </p:nvSpPr>
          <p:spPr bwMode="auto">
            <a:xfrm>
              <a:off x="7940533" y="285750"/>
              <a:ext cx="800242" cy="21200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80808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PRELIMINARY</a:t>
              </a:r>
            </a:p>
          </p:txBody>
        </p:sp>
        <p:cxnSp>
          <p:nvCxnSpPr>
            <p:cNvPr id="29" name="AutoShape 31"/>
            <p:cNvCxnSpPr>
              <a:cxnSpLocks noChangeShapeType="1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32"/>
            <p:cNvCxnSpPr>
              <a:cxnSpLocks noChangeShapeType="1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" name="Slide Elements" hidden="1"/>
          <p:cNvGrpSpPr>
            <a:grpSpLocks/>
          </p:cNvGrpSpPr>
          <p:nvPr/>
        </p:nvGrpSpPr>
        <p:grpSpPr bwMode="auto">
          <a:xfrm>
            <a:off x="410636" y="5873851"/>
            <a:ext cx="11370733" cy="352325"/>
            <a:chOff x="307226" y="5873577"/>
            <a:chExt cx="8529548" cy="353348"/>
          </a:xfrm>
        </p:grpSpPr>
        <p:sp>
          <p:nvSpPr>
            <p:cNvPr id="32" name="4. Footnote"/>
            <p:cNvSpPr txBox="1">
              <a:spLocks noChangeArrowheads="1"/>
            </p:cNvSpPr>
            <p:nvPr/>
          </p:nvSpPr>
          <p:spPr bwMode="auto">
            <a:xfrm>
              <a:off x="307226" y="5873577"/>
              <a:ext cx="8529548" cy="154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rPr>
                <a:t>1 Footnote</a:t>
              </a:r>
            </a:p>
          </p:txBody>
        </p:sp>
        <p:sp>
          <p:nvSpPr>
            <p:cNvPr id="33" name="5. Source"/>
            <p:cNvSpPr>
              <a:spLocks noChangeArrowheads="1"/>
            </p:cNvSpPr>
            <p:nvPr/>
          </p:nvSpPr>
          <p:spPr bwMode="auto">
            <a:xfrm>
              <a:off x="307226" y="6072590"/>
              <a:ext cx="8529548" cy="154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marL="469876" indent="-469876" defTabSz="895306" fontAlgn="base">
                <a:spcBef>
                  <a:spcPct val="0"/>
                </a:spcBef>
                <a:spcAft>
                  <a:spcPct val="0"/>
                </a:spcAft>
                <a:tabLst>
                  <a:tab pos="479401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Source: Source</a:t>
              </a:r>
            </a:p>
          </p:txBody>
        </p:sp>
      </p:grpSp>
      <p:grpSp>
        <p:nvGrpSpPr>
          <p:cNvPr id="34" name="LegendMoons" hidden="1"/>
          <p:cNvGrpSpPr>
            <a:grpSpLocks/>
          </p:cNvGrpSpPr>
          <p:nvPr/>
        </p:nvGrpSpPr>
        <p:grpSpPr bwMode="auto">
          <a:xfrm>
            <a:off x="8786270" y="273054"/>
            <a:ext cx="937235" cy="1306513"/>
            <a:chOff x="5428012" y="273840"/>
            <a:chExt cx="703070" cy="1306516"/>
          </a:xfrm>
        </p:grpSpPr>
        <p:sp>
          <p:nvSpPr>
            <p:cNvPr id="35" name="Legend1"/>
            <p:cNvSpPr>
              <a:spLocks noChangeArrowheads="1"/>
            </p:cNvSpPr>
            <p:nvPr/>
          </p:nvSpPr>
          <p:spPr bwMode="auto">
            <a:xfrm>
              <a:off x="5748687" y="286540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6" name="Legend2"/>
            <p:cNvSpPr>
              <a:spLocks noChangeArrowheads="1"/>
            </p:cNvSpPr>
            <p:nvPr/>
          </p:nvSpPr>
          <p:spPr bwMode="auto">
            <a:xfrm>
              <a:off x="5748687" y="561178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7" name="Legend3"/>
            <p:cNvSpPr>
              <a:spLocks noChangeArrowheads="1"/>
            </p:cNvSpPr>
            <p:nvPr/>
          </p:nvSpPr>
          <p:spPr bwMode="auto">
            <a:xfrm>
              <a:off x="5748687" y="835817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8" name="Legend4"/>
            <p:cNvSpPr>
              <a:spLocks noChangeArrowheads="1"/>
            </p:cNvSpPr>
            <p:nvPr/>
          </p:nvSpPr>
          <p:spPr bwMode="auto">
            <a:xfrm>
              <a:off x="5748687" y="1107280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39" name="Legend5"/>
            <p:cNvSpPr>
              <a:spLocks noChangeArrowheads="1"/>
            </p:cNvSpPr>
            <p:nvPr/>
          </p:nvSpPr>
          <p:spPr bwMode="auto">
            <a:xfrm>
              <a:off x="5748687" y="1383505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grpSp>
          <p:nvGrpSpPr>
            <p:cNvPr id="40" name="MoonLegend1"/>
            <p:cNvGrpSpPr>
              <a:grpSpLocks noChangeAspect="1"/>
            </p:cNvGrpSpPr>
            <p:nvPr userDrawn="1">
              <p:custDataLst>
                <p:tags r:id="rId4"/>
              </p:custDataLst>
            </p:nvPr>
          </p:nvGrpSpPr>
          <p:grpSpPr bwMode="auto">
            <a:xfrm>
              <a:off x="5428012" y="273840"/>
              <a:ext cx="209550" cy="209551"/>
              <a:chOff x="1694" y="2044"/>
              <a:chExt cx="160" cy="160"/>
            </a:xfrm>
          </p:grpSpPr>
          <p:sp>
            <p:nvSpPr>
              <p:cNvPr id="53" name="Oval 41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54" name="Arc 42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1" name="MoonLegend2"/>
            <p:cNvGrpSpPr>
              <a:grpSpLocks noChangeAspect="1"/>
            </p:cNvGrpSpPr>
            <p:nvPr userDrawn="1">
              <p:custDataLst>
                <p:tags r:id="rId5"/>
              </p:custDataLst>
            </p:nvPr>
          </p:nvGrpSpPr>
          <p:grpSpPr bwMode="auto">
            <a:xfrm>
              <a:off x="5428012" y="548081"/>
              <a:ext cx="209550" cy="209551"/>
              <a:chOff x="1694" y="2044"/>
              <a:chExt cx="160" cy="160"/>
            </a:xfrm>
          </p:grpSpPr>
          <p:sp>
            <p:nvSpPr>
              <p:cNvPr id="51" name="Oval 41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52" name="Arc 42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2" name="MoonLegend3"/>
            <p:cNvGrpSpPr>
              <a:grpSpLocks noChangeAspect="1"/>
            </p:cNvGrpSpPr>
            <p:nvPr userDrawn="1">
              <p:custDataLst>
                <p:tags r:id="rId6"/>
              </p:custDataLst>
            </p:nvPr>
          </p:nvGrpSpPr>
          <p:grpSpPr bwMode="auto">
            <a:xfrm>
              <a:off x="5428012" y="822322"/>
              <a:ext cx="209550" cy="209551"/>
              <a:chOff x="1694" y="2044"/>
              <a:chExt cx="160" cy="160"/>
            </a:xfrm>
          </p:grpSpPr>
          <p:sp>
            <p:nvSpPr>
              <p:cNvPr id="49" name="Oval 41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694" y="2042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50" name="Arc 42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94" y="2042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3" name="MoonLegend4"/>
            <p:cNvGrpSpPr>
              <a:grpSpLocks noChangeAspect="1"/>
            </p:cNvGrpSpPr>
            <p:nvPr userDrawn="1">
              <p:custDataLst>
                <p:tags r:id="rId7"/>
              </p:custDataLst>
            </p:nvPr>
          </p:nvGrpSpPr>
          <p:grpSpPr bwMode="auto">
            <a:xfrm>
              <a:off x="5428012" y="1096563"/>
              <a:ext cx="209550" cy="209551"/>
              <a:chOff x="1694" y="2044"/>
              <a:chExt cx="160" cy="160"/>
            </a:xfrm>
          </p:grpSpPr>
          <p:sp>
            <p:nvSpPr>
              <p:cNvPr id="47" name="Oval 41"/>
              <p:cNvSpPr>
                <a:spLocks noChangeAspect="1"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48" name="Arc 42"/>
              <p:cNvSpPr>
                <a:spLocks noChangeAspect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44" name="MoonLegend5"/>
            <p:cNvGrpSpPr>
              <a:grpSpLocks noChangeAspect="1"/>
            </p:cNvGrpSpPr>
            <p:nvPr userDrawn="1">
              <p:custDataLst>
                <p:tags r:id="rId8"/>
              </p:custDataLst>
            </p:nvPr>
          </p:nvGrpSpPr>
          <p:grpSpPr bwMode="auto">
            <a:xfrm>
              <a:off x="5428012" y="1370805"/>
              <a:ext cx="209550" cy="209551"/>
              <a:chOff x="1694" y="2044"/>
              <a:chExt cx="160" cy="160"/>
            </a:xfrm>
          </p:grpSpPr>
          <p:sp>
            <p:nvSpPr>
              <p:cNvPr id="45" name="Oval 41"/>
              <p:cNvSpPr>
                <a:spLocks noChangeAspect="1"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46" name="Arc 42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</p:grpSp>
      <p:pic>
        <p:nvPicPr>
          <p:cNvPr id="55" name="LINE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6272220"/>
            <a:ext cx="12192000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13" descr="Venclexta_RGB.png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9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Moon" hidden="1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10617201" y="987425"/>
            <a:ext cx="338667" cy="254000"/>
            <a:chOff x="762000" y="1270000"/>
            <a:chExt cx="254000" cy="254000"/>
          </a:xfrm>
        </p:grpSpPr>
        <p:sp>
          <p:nvSpPr>
            <p:cNvPr id="60" name="Oval 59"/>
            <p:cNvSpPr/>
            <p:nvPr/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61" name="Arc 60"/>
            <p:cNvSpPr/>
            <p:nvPr/>
          </p:nvSpPr>
          <p:spPr>
            <a:xfrm>
              <a:off x="762000" y="1270000"/>
              <a:ext cx="254000" cy="254000"/>
            </a:xfrm>
            <a:prstGeom prst="arc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graphicFrame>
        <p:nvGraphicFramePr>
          <p:cNvPr id="62" name="Object 76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122" y="1596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8100" imgH="38100" progId="TCLayout.ActiveDocument.1">
                  <p:embed/>
                </p:oleObj>
              </mc:Choice>
              <mc:Fallback>
                <p:oleObj name="think-cell Slide" r:id="rId25" imgW="38100" imgH="38100" progId="TCLayout.ActiveDocument.1">
                  <p:embed/>
                  <p:pic>
                    <p:nvPicPr>
                      <p:cNvPr id="62" name="Object 7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6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09641" y="234900"/>
            <a:ext cx="94836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7389229D-C9AB-434E-A1EC-1498D8586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836400" y="6559552"/>
            <a:ext cx="254000" cy="107723"/>
          </a:xfrm>
        </p:spPr>
        <p:txBody>
          <a:bodyPr/>
          <a:lstStyle>
            <a:lvl1pPr defTabSz="457178">
              <a:defRPr sz="700">
                <a:solidFill>
                  <a:srgbClr val="005570"/>
                </a:solidFill>
              </a:defRPr>
            </a:lvl1pPr>
          </a:lstStyle>
          <a:p>
            <a:pPr>
              <a:defRPr/>
            </a:pPr>
            <a:fld id="{1CD9E6E3-DF5A-534E-8ECE-8B67919F30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4" name="Rectangle 286">
            <a:extLst>
              <a:ext uri="{FF2B5EF4-FFF2-40B4-BE49-F238E27FC236}">
                <a16:creationId xmlns:a16="http://schemas.microsoft.com/office/drawing/2014/main" id="{5C6D76B6-CDC0-124E-9357-9C92495F7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407" y="989538"/>
            <a:ext cx="11374962" cy="505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51704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5851527"/>
            <a:ext cx="12192000" cy="1006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201" y="787401"/>
            <a:ext cx="8355328" cy="2073275"/>
          </a:xfrm>
        </p:spPr>
        <p:txBody>
          <a:bodyPr anchor="b">
            <a:noAutofit/>
          </a:bodyPr>
          <a:lstStyle>
            <a:lvl1pPr algn="l">
              <a:defRPr sz="3600" b="0" cap="all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6396" y="6560344"/>
            <a:ext cx="254005" cy="107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>
                <a:solidFill>
                  <a:schemeClr val="tx2"/>
                </a:solidFill>
              </a:defRPr>
            </a:lvl1pPr>
          </a:lstStyle>
          <a:p>
            <a:fld id="{38C57934-C927-4F09-B604-24D7A0AE48D9}" type="slidenum">
              <a:rPr lang="en-US" smtClean="0">
                <a:solidFill>
                  <a:srgbClr val="005570"/>
                </a:solidFill>
              </a:rPr>
              <a:pPr/>
              <a:t>‹#›</a:t>
            </a:fld>
            <a:endParaRPr lang="en-US">
              <a:solidFill>
                <a:srgbClr val="005570"/>
              </a:solidFill>
            </a:endParaRPr>
          </a:p>
        </p:txBody>
      </p:sp>
      <p:pic>
        <p:nvPicPr>
          <p:cNvPr id="8" name="LIN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6272220"/>
            <a:ext cx="12192000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Venclexta_RG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6438909"/>
            <a:ext cx="2133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04922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ntered Title: 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81000"/>
            <a:ext cx="12192000" cy="558800"/>
          </a:xfrm>
          <a:ln>
            <a:noFill/>
          </a:ln>
        </p:spPr>
        <p:txBody>
          <a:bodyPr>
            <a:noAutofit/>
          </a:bodyPr>
          <a:lstStyle>
            <a:lvl1pPr algn="ctr">
              <a:defRPr sz="3200" b="1" spc="133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6979" y="6424976"/>
            <a:ext cx="526124" cy="235696"/>
          </a:xfrm>
          <a:prstGeom prst="rect">
            <a:avLst/>
          </a:prstGeom>
        </p:spPr>
        <p:txBody>
          <a:bodyPr vert="horz" lIns="91240" tIns="45620" rIns="91240" bIns="45620" rtlCol="0" anchor="ctr"/>
          <a:lstStyle>
            <a:lvl1pPr algn="ctr">
              <a:defRPr sz="933">
                <a:solidFill>
                  <a:schemeClr val="accent5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286">
            <a:extLst>
              <a:ext uri="{FF2B5EF4-FFF2-40B4-BE49-F238E27FC236}">
                <a16:creationId xmlns:a16="http://schemas.microsoft.com/office/drawing/2014/main" id="{B0FD05AE-A9AD-584B-AF31-CBD4BA77A6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407" y="989538"/>
            <a:ext cx="11374962" cy="505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884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ntered Title + Subhead: 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81000"/>
            <a:ext cx="12192000" cy="558800"/>
          </a:xfrm>
        </p:spPr>
        <p:txBody>
          <a:bodyPr>
            <a:noAutofit/>
          </a:bodyPr>
          <a:lstStyle>
            <a:lvl1pPr algn="ctr">
              <a:defRPr sz="3200" b="1" spc="133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6979" y="6424974"/>
            <a:ext cx="526124" cy="235696"/>
          </a:xfrm>
          <a:prstGeom prst="rect">
            <a:avLst/>
          </a:prstGeom>
        </p:spPr>
        <p:txBody>
          <a:bodyPr vert="horz" lIns="91240" tIns="45620" rIns="91240" bIns="45620" rtlCol="0" anchor="ctr"/>
          <a:lstStyle>
            <a:lvl1pPr algn="ctr">
              <a:defRPr sz="933">
                <a:solidFill>
                  <a:schemeClr val="accent5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35051"/>
            <a:ext cx="12192000" cy="230716"/>
          </a:xfrm>
        </p:spPr>
        <p:txBody>
          <a:bodyPr>
            <a:noAutofit/>
          </a:bodyPr>
          <a:lstStyle>
            <a:lvl1pPr algn="ctr">
              <a:defRPr sz="1200" kern="400" spc="133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SUBHEAD GOES HERE (DELETE IF NOT NEEDED)</a:t>
            </a:r>
          </a:p>
        </p:txBody>
      </p:sp>
      <p:sp>
        <p:nvSpPr>
          <p:cNvPr id="5" name="Rectangle 286">
            <a:extLst>
              <a:ext uri="{FF2B5EF4-FFF2-40B4-BE49-F238E27FC236}">
                <a16:creationId xmlns:a16="http://schemas.microsoft.com/office/drawing/2014/main" id="{A5A59500-7647-C649-9111-89A974691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407" y="1361018"/>
            <a:ext cx="11374962" cy="4684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761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157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2"/>
          <p:cNvSpPr txBox="1">
            <a:spLocks noGrp="1"/>
          </p:cNvSpPr>
          <p:nvPr>
            <p:ph type="ctrTitle"/>
          </p:nvPr>
        </p:nvSpPr>
        <p:spPr>
          <a:xfrm>
            <a:off x="406400" y="2020765"/>
            <a:ext cx="773825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subTitle" idx="1"/>
          </p:nvPr>
        </p:nvSpPr>
        <p:spPr>
          <a:xfrm>
            <a:off x="406400" y="2585572"/>
            <a:ext cx="77382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▫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/>
          <p:nvPr/>
        </p:nvSpPr>
        <p:spPr>
          <a:xfrm>
            <a:off x="0" y="5851526"/>
            <a:ext cx="12192000" cy="1006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2"/>
          <p:cNvSpPr txBox="1"/>
          <p:nvPr/>
        </p:nvSpPr>
        <p:spPr>
          <a:xfrm>
            <a:off x="5323354" y="6658124"/>
            <a:ext cx="1545295" cy="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7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5570"/>
                </a:solidFill>
                <a:latin typeface="Arial"/>
                <a:ea typeface="Arial"/>
                <a:cs typeface="Arial"/>
                <a:sym typeface="Arial"/>
              </a:rPr>
              <a:t>FOR INTERNAL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6415153"/>
            <a:ext cx="2613024" cy="31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2" descr="\\xinet\BL_Presentations\Genentech_Abbvie\Venetoclax\Venetoclax_Abbvie_Global\ABBV-7463_PPT_Template_US_n_Global_Ventclexa\art\JPEG\Venclexta_RGB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5536" y="6409944"/>
            <a:ext cx="2050645" cy="3108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23779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 txBox="1">
            <a:spLocks noGrp="1"/>
          </p:cNvSpPr>
          <p:nvPr>
            <p:ph type="title"/>
          </p:nvPr>
        </p:nvSpPr>
        <p:spPr>
          <a:xfrm>
            <a:off x="409636" y="234892"/>
            <a:ext cx="94836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26300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8B103542-6D7E-BF4F-B967-9BC894F32A3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76169" y="1540283"/>
            <a:ext cx="5919831" cy="4146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EF739DA-985A-814A-A4F8-1907B59AF6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2077" y="1535186"/>
            <a:ext cx="5687736" cy="416094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235BA8"/>
              </a:buClr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rgbClr val="235BA8"/>
              </a:buClr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rgbClr val="235BA8"/>
              </a:buClr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rgbClr val="235BA8"/>
              </a:buClr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rgbClr val="235BA8"/>
              </a:buClr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2C08AFF-D1FA-DD4B-ADAA-EA2046396E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557" y="211693"/>
            <a:ext cx="11836867" cy="49747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800" b="1" i="0">
                <a:solidFill>
                  <a:srgbClr val="235BA8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05370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>
          <a:xfrm>
            <a:off x="409649" y="516497"/>
            <a:ext cx="11172751" cy="298327"/>
          </a:xfrm>
        </p:spPr>
        <p:txBody>
          <a:bodyPr/>
          <a:lstStyle>
            <a:lvl1pPr>
              <a:defRPr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15189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Panel Content w/L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873" y="1543050"/>
            <a:ext cx="11702627" cy="4705350"/>
          </a:xfrm>
        </p:spPr>
        <p:txBody>
          <a:bodyPr/>
          <a:lstStyle>
            <a:lvl1pPr>
              <a:spcBef>
                <a:spcPts val="1600"/>
              </a:spcBef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800"/>
              </a:spcBef>
              <a:defRPr/>
            </a:lvl3pPr>
            <a:lvl4pPr>
              <a:spcBef>
                <a:spcPts val="800"/>
              </a:spcBef>
              <a:defRPr/>
            </a:lvl4pPr>
            <a:lvl5pPr>
              <a:spcBef>
                <a:spcPts val="8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171873" y="979234"/>
            <a:ext cx="11702627" cy="506666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21717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0" y="1370013"/>
            <a:ext cx="5376333" cy="4876800"/>
          </a:xfrm>
        </p:spPr>
        <p:txBody>
          <a:bodyPr/>
          <a:lstStyle>
            <a:lvl1pPr marL="0" indent="0">
              <a:buNone/>
              <a:defRPr sz="2000"/>
            </a:lvl1pPr>
            <a:lvl2pPr marL="288925" indent="-169863">
              <a:buFont typeface="Arial" pitchFamily="34" charset="0"/>
              <a:buChar char="•"/>
              <a:defRPr sz="2000"/>
            </a:lvl2pPr>
            <a:lvl3pPr marL="566738" indent="-173038">
              <a:buFont typeface="Calibri" pitchFamily="34" charset="0"/>
              <a:buChar char="–"/>
              <a:defRPr sz="1900"/>
            </a:lvl3pPr>
            <a:lvl4pPr marL="803275" indent="-171450">
              <a:buFont typeface="Calibri" pitchFamily="34" charset="0"/>
              <a:buChar char="–"/>
              <a:defRPr sz="1800"/>
            </a:lvl4pPr>
            <a:lvl5pPr marL="1082675" indent="-166688">
              <a:buFont typeface="Calibri" pitchFamily="34" charset="0"/>
              <a:buChar char="–"/>
              <a:defRPr sz="1600"/>
            </a:lvl5pPr>
            <a:lvl6pPr marL="1314450" indent="-169863">
              <a:buFont typeface="Calibri" pitchFamily="34" charset="0"/>
              <a:buChar char="–"/>
              <a:defRPr sz="16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9933" y="1370013"/>
            <a:ext cx="5378451" cy="4876800"/>
          </a:xfrm>
        </p:spPr>
        <p:txBody>
          <a:bodyPr/>
          <a:lstStyle>
            <a:lvl1pPr marL="0" indent="0">
              <a:buNone/>
              <a:defRPr sz="2000"/>
            </a:lvl1pPr>
            <a:lvl2pPr marL="288925" indent="-169863">
              <a:buFont typeface="Arial" pitchFamily="34" charset="0"/>
              <a:buChar char="•"/>
              <a:defRPr sz="2000"/>
            </a:lvl2pPr>
            <a:lvl3pPr marL="509588" indent="-173038">
              <a:buFont typeface="Calibri" pitchFamily="34" charset="0"/>
              <a:buChar char="–"/>
              <a:defRPr sz="1900"/>
            </a:lvl3pPr>
            <a:lvl4pPr marL="690563" indent="-169863">
              <a:buFont typeface="Calibri" pitchFamily="34" charset="0"/>
              <a:buChar char="–"/>
              <a:defRPr sz="1800"/>
            </a:lvl4pPr>
            <a:lvl5pPr marL="858838" indent="-166688">
              <a:buFont typeface="Calibri" pitchFamily="34" charset="0"/>
              <a:buChar char="–"/>
              <a:defRPr lang="en-US" sz="1600" smtClean="0"/>
            </a:lvl5pPr>
            <a:lvl6pPr marL="1027113" indent="-163513">
              <a:buFont typeface="Calibri" pitchFamily="34" charset="0"/>
              <a:buChar char="–"/>
              <a:defRPr lang="en-US" sz="1600" dirty="0" smtClean="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0548385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(Footnot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43553" y="6368860"/>
            <a:ext cx="1211870" cy="138499"/>
          </a:xfrm>
        </p:spPr>
        <p:txBody>
          <a:bodyPr wrap="none" lIns="0" tIns="0" rIns="0" bIns="0" anchor="b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Edit Master Note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623357" y="6368860"/>
            <a:ext cx="1311256" cy="138499"/>
          </a:xfrm>
        </p:spPr>
        <p:txBody>
          <a:bodyPr wrap="none" lIns="0" tIns="0" rIns="0" bIns="0" anchor="b">
            <a:spAutoFit/>
          </a:bodyPr>
          <a:lstStyle>
            <a:lvl1pPr marL="0" indent="0" algn="r">
              <a:lnSpc>
                <a:spcPct val="90000"/>
              </a:lnSpc>
              <a:spcBef>
                <a:spcPts val="0"/>
              </a:spcBef>
              <a:buFontTx/>
              <a:buNone/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Edit Master Source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1800" y="91781"/>
            <a:ext cx="11502813" cy="8223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706975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Navitoclax AST Kickoff Jan 16, 2020 | Company Confidential © 2020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D72AA-7676-4307-B6B9-AC78C40AA5AC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557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557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3768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14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1263559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" y="5851526"/>
            <a:ext cx="12192000" cy="1006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204" y="482602"/>
            <a:ext cx="7315200" cy="2061153"/>
          </a:xfrm>
        </p:spPr>
        <p:txBody>
          <a:bodyPr>
            <a:noAutofit/>
          </a:bodyPr>
          <a:lstStyle>
            <a:lvl1pPr>
              <a:defRPr sz="3600" b="1" cap="all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711204" y="2616200"/>
            <a:ext cx="6502400" cy="1117600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Text Placeholder 7"/>
          <p:cNvSpPr txBox="1">
            <a:spLocks/>
          </p:cNvSpPr>
          <p:nvPr userDrawn="1"/>
        </p:nvSpPr>
        <p:spPr>
          <a:xfrm>
            <a:off x="5465489" y="6553349"/>
            <a:ext cx="1158971" cy="96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700" cap="all">
                <a:solidFill>
                  <a:srgbClr val="005570"/>
                </a:solidFill>
              </a:rPr>
              <a:t>For internal use only.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012969" y="6400800"/>
            <a:ext cx="406400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00" cap="all">
                <a:solidFill>
                  <a:srgbClr val="005570"/>
                </a:solidFill>
              </a:rPr>
              <a:t>Presentation title</a:t>
            </a:r>
          </a:p>
        </p:txBody>
      </p:sp>
      <p:pic>
        <p:nvPicPr>
          <p:cNvPr id="14" name="Picture 2" descr="\\xinet\BL_Presentations\Genentech_Abbvie\Venetoclax\Venetoclax_Abbvie_Global\ABBV-7463_PPT_Template_US_n_Global_Ventclexa\art\JPEG\Venclexta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95540" y="6409944"/>
            <a:ext cx="2050645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9" y="6436284"/>
            <a:ext cx="2352673" cy="28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044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6395" y="6575426"/>
            <a:ext cx="254005" cy="143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38C57934-C927-4F09-B604-24D7A0AE48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568015-70CE-498E-BA14-A41DDCA8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177800"/>
            <a:ext cx="10384118" cy="10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82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8998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4.xml"/><Relationship Id="rId18" Type="http://schemas.openxmlformats.org/officeDocument/2006/relationships/tags" Target="../tags/tag9.xml"/><Relationship Id="rId26" Type="http://schemas.openxmlformats.org/officeDocument/2006/relationships/tags" Target="../tags/tag17.xml"/><Relationship Id="rId3" Type="http://schemas.openxmlformats.org/officeDocument/2006/relationships/slideLayout" Target="../slideLayouts/slideLayout15.xml"/><Relationship Id="rId21" Type="http://schemas.openxmlformats.org/officeDocument/2006/relationships/tags" Target="../tags/tag12.xml"/><Relationship Id="rId7" Type="http://schemas.openxmlformats.org/officeDocument/2006/relationships/slideLayout" Target="../slideLayouts/slideLayout19.xml"/><Relationship Id="rId12" Type="http://schemas.openxmlformats.org/officeDocument/2006/relationships/tags" Target="../tags/tag3.xml"/><Relationship Id="rId17" Type="http://schemas.openxmlformats.org/officeDocument/2006/relationships/tags" Target="../tags/tag8.xml"/><Relationship Id="rId25" Type="http://schemas.openxmlformats.org/officeDocument/2006/relationships/tags" Target="../tags/tag16.xml"/><Relationship Id="rId33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7.xml"/><Relationship Id="rId20" Type="http://schemas.openxmlformats.org/officeDocument/2006/relationships/tags" Target="../tags/tag11.xml"/><Relationship Id="rId29" Type="http://schemas.openxmlformats.org/officeDocument/2006/relationships/image" Target="../media/image5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ags" Target="../tags/tag2.xml"/><Relationship Id="rId24" Type="http://schemas.openxmlformats.org/officeDocument/2006/relationships/tags" Target="../tags/tag15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6.xml"/><Relationship Id="rId23" Type="http://schemas.openxmlformats.org/officeDocument/2006/relationships/tags" Target="../tags/tag14.xml"/><Relationship Id="rId28" Type="http://schemas.openxmlformats.org/officeDocument/2006/relationships/oleObject" Target="../embeddings/oleObject2.bin"/><Relationship Id="rId10" Type="http://schemas.openxmlformats.org/officeDocument/2006/relationships/theme" Target="../theme/theme2.xml"/><Relationship Id="rId19" Type="http://schemas.openxmlformats.org/officeDocument/2006/relationships/tags" Target="../tags/tag10.xml"/><Relationship Id="rId31" Type="http://schemas.openxmlformats.org/officeDocument/2006/relationships/image" Target="../media/image7.jpe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5.xml"/><Relationship Id="rId22" Type="http://schemas.openxmlformats.org/officeDocument/2006/relationships/tags" Target="../tags/tag13.xml"/><Relationship Id="rId27" Type="http://schemas.openxmlformats.org/officeDocument/2006/relationships/tags" Target="../tags/tag18.xml"/><Relationship Id="rId30" Type="http://schemas.openxmlformats.org/officeDocument/2006/relationships/image" Target="../media/image6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" Type="http://schemas.openxmlformats.org/officeDocument/2006/relationships/slideLayout" Target="../slideLayouts/slideLayout24.xml"/><Relationship Id="rId21" Type="http://schemas.openxmlformats.org/officeDocument/2006/relationships/tags" Target="../tags/tag32.xml"/><Relationship Id="rId7" Type="http://schemas.openxmlformats.org/officeDocument/2006/relationships/slideLayout" Target="../slideLayouts/slideLayout2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image" Target="../media/image7.jpeg"/><Relationship Id="rId2" Type="http://schemas.openxmlformats.org/officeDocument/2006/relationships/slideLayout" Target="../slideLayouts/slideLayout2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image" Target="../media/image5.emf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image" Target="../media/image4.jpeg"/><Relationship Id="rId5" Type="http://schemas.openxmlformats.org/officeDocument/2006/relationships/slideLayout" Target="../slideLayouts/slideLayout2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oleObject" Target="../embeddings/oleObject2.bin"/><Relationship Id="rId10" Type="http://schemas.openxmlformats.org/officeDocument/2006/relationships/theme" Target="../theme/theme3.xml"/><Relationship Id="rId19" Type="http://schemas.openxmlformats.org/officeDocument/2006/relationships/tags" Target="../tags/tag30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image" Target="../media/image6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tags" Target="../tags/tag67.xml"/><Relationship Id="rId39" Type="http://schemas.openxmlformats.org/officeDocument/2006/relationships/image" Target="../media/image5.emf"/><Relationship Id="rId3" Type="http://schemas.openxmlformats.org/officeDocument/2006/relationships/slideLayout" Target="../slideLayouts/slideLayout33.xml"/><Relationship Id="rId21" Type="http://schemas.openxmlformats.org/officeDocument/2006/relationships/tags" Target="../tags/tag62.xml"/><Relationship Id="rId34" Type="http://schemas.openxmlformats.org/officeDocument/2006/relationships/tags" Target="../tags/tag75.xml"/><Relationship Id="rId42" Type="http://schemas.openxmlformats.org/officeDocument/2006/relationships/image" Target="../media/image4.jpeg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tags" Target="../tags/tag66.xml"/><Relationship Id="rId33" Type="http://schemas.openxmlformats.org/officeDocument/2006/relationships/tags" Target="../tags/tag74.xml"/><Relationship Id="rId38" Type="http://schemas.openxmlformats.org/officeDocument/2006/relationships/oleObject" Target="../embeddings/oleObject7.bin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ags" Target="../tags/tag61.xml"/><Relationship Id="rId29" Type="http://schemas.openxmlformats.org/officeDocument/2006/relationships/tags" Target="../tags/tag70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tags" Target="../tags/tag65.xml"/><Relationship Id="rId32" Type="http://schemas.openxmlformats.org/officeDocument/2006/relationships/tags" Target="../tags/tag73.xml"/><Relationship Id="rId37" Type="http://schemas.openxmlformats.org/officeDocument/2006/relationships/tags" Target="../tags/tag78.xml"/><Relationship Id="rId40" Type="http://schemas.openxmlformats.org/officeDocument/2006/relationships/image" Target="../media/image6.jpe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tags" Target="../tags/tag64.xml"/><Relationship Id="rId28" Type="http://schemas.openxmlformats.org/officeDocument/2006/relationships/tags" Target="../tags/tag69.xml"/><Relationship Id="rId36" Type="http://schemas.openxmlformats.org/officeDocument/2006/relationships/tags" Target="../tags/tag77.xml"/><Relationship Id="rId10" Type="http://schemas.openxmlformats.org/officeDocument/2006/relationships/slideLayout" Target="../slideLayouts/slideLayout40.xml"/><Relationship Id="rId19" Type="http://schemas.openxmlformats.org/officeDocument/2006/relationships/theme" Target="../theme/theme4.xml"/><Relationship Id="rId31" Type="http://schemas.openxmlformats.org/officeDocument/2006/relationships/tags" Target="../tags/tag72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tags" Target="../tags/tag63.xml"/><Relationship Id="rId27" Type="http://schemas.openxmlformats.org/officeDocument/2006/relationships/tags" Target="../tags/tag68.xml"/><Relationship Id="rId30" Type="http://schemas.openxmlformats.org/officeDocument/2006/relationships/tags" Target="../tags/tag71.xml"/><Relationship Id="rId35" Type="http://schemas.openxmlformats.org/officeDocument/2006/relationships/tags" Target="../tags/tag76.xml"/><Relationship Id="rId43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68E2-3C51-3BF4-3760-33C13BDB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BA3EF-31BC-483B-D6C4-CA3719F79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38BC-1DC6-374C-6D5A-89DDD2B98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3E5FF-3E30-44CD-AE7F-E1645CD0F7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5FA5F-E644-D031-954E-E0FA71828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40E31-DAD8-0E6F-F485-128B5BE7E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815F2-D928-4CBA-A80F-45FBD42ED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9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270" imgH="270" progId="TCLayout.ActiveDocument.1">
                  <p:embed/>
                </p:oleObj>
              </mc:Choice>
              <mc:Fallback>
                <p:oleObj name="think-cell Slide" r:id="rId28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" name="corner art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8521699" y="4"/>
            <a:ext cx="3682888" cy="838199"/>
          </a:xfrm>
          <a:prstGeom prst="rect">
            <a:avLst/>
          </a:prstGeom>
        </p:spPr>
      </p:pic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69489" y="2364856"/>
            <a:ext cx="5853024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09637" y="234894"/>
            <a:ext cx="94836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409638" y="62570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409638" y="556415"/>
            <a:ext cx="948366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3169489" y="1783367"/>
            <a:ext cx="5853024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22" name="LegendBoxes" hidden="1"/>
          <p:cNvGrpSpPr>
            <a:grpSpLocks/>
          </p:cNvGrpSpPr>
          <p:nvPr/>
        </p:nvGrpSpPr>
        <p:grpSpPr bwMode="auto">
          <a:xfrm>
            <a:off x="8875192" y="273843"/>
            <a:ext cx="848784" cy="996951"/>
            <a:chOff x="4936" y="176"/>
            <a:chExt cx="401" cy="628"/>
          </a:xfrm>
        </p:grpSpPr>
        <p:sp>
          <p:nvSpPr>
            <p:cNvPr id="23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4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5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6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7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8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9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30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31" name="LegendLines" hidden="1"/>
          <p:cNvGrpSpPr>
            <a:grpSpLocks/>
          </p:cNvGrpSpPr>
          <p:nvPr/>
        </p:nvGrpSpPr>
        <p:grpSpPr bwMode="auto">
          <a:xfrm>
            <a:off x="8464549" y="273843"/>
            <a:ext cx="1259418" cy="730251"/>
            <a:chOff x="4750" y="176"/>
            <a:chExt cx="595" cy="460"/>
          </a:xfrm>
        </p:grpSpPr>
        <p:sp>
          <p:nvSpPr>
            <p:cNvPr id="32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3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4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5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36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37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38" name="McKSticker" hidden="1"/>
          <p:cNvGrpSpPr/>
          <p:nvPr/>
        </p:nvGrpSpPr>
        <p:grpSpPr bwMode="auto">
          <a:xfrm>
            <a:off x="8826414" y="273840"/>
            <a:ext cx="1066895" cy="212366"/>
            <a:chOff x="7940605" y="285750"/>
            <a:chExt cx="800170" cy="212366"/>
          </a:xfrm>
        </p:grpSpPr>
        <p:sp>
          <p:nvSpPr>
            <p:cNvPr id="39" name="StickerRectangle"/>
            <p:cNvSpPr>
              <a:spLocks noChangeArrowheads="1"/>
            </p:cNvSpPr>
            <p:nvPr/>
          </p:nvSpPr>
          <p:spPr bwMode="auto">
            <a:xfrm>
              <a:off x="7940605" y="285750"/>
              <a:ext cx="800170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40" name="AutoShape 31"/>
            <p:cNvCxnSpPr>
              <a:cxnSpLocks noChangeShapeType="1"/>
              <a:stCxn id="39" idx="2"/>
              <a:endCxn id="39" idx="4"/>
            </p:cNvCxnSpPr>
            <p:nvPr/>
          </p:nvCxnSpPr>
          <p:spPr bwMode="auto">
            <a:xfrm>
              <a:off x="7940605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32"/>
            <p:cNvCxnSpPr>
              <a:cxnSpLocks noChangeShapeType="1"/>
              <a:stCxn id="39" idx="4"/>
              <a:endCxn id="39" idx="6"/>
            </p:cNvCxnSpPr>
            <p:nvPr/>
          </p:nvCxnSpPr>
          <p:spPr bwMode="auto">
            <a:xfrm>
              <a:off x="7940605" y="498116"/>
              <a:ext cx="800170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Slide Elements" hidden="1"/>
          <p:cNvGrpSpPr/>
          <p:nvPr/>
        </p:nvGrpSpPr>
        <p:grpSpPr bwMode="auto">
          <a:xfrm>
            <a:off x="409636" y="5873477"/>
            <a:ext cx="11372731" cy="353448"/>
            <a:chOff x="307226" y="5873477"/>
            <a:chExt cx="8529548" cy="353448"/>
          </a:xfrm>
        </p:grpSpPr>
        <p:sp>
          <p:nvSpPr>
            <p:cNvPr id="64" name="4. Footnote"/>
            <p:cNvSpPr txBox="1">
              <a:spLocks noChangeArrowheads="1"/>
            </p:cNvSpPr>
            <p:nvPr/>
          </p:nvSpPr>
          <p:spPr bwMode="auto">
            <a:xfrm>
              <a:off x="307226" y="5873477"/>
              <a:ext cx="8529548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65" name="5. Source"/>
            <p:cNvSpPr>
              <a:spLocks noChangeArrowheads="1"/>
            </p:cNvSpPr>
            <p:nvPr/>
          </p:nvSpPr>
          <p:spPr bwMode="auto">
            <a:xfrm>
              <a:off x="307226" y="6073037"/>
              <a:ext cx="8529548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469900" indent="-4699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479425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60" name="LegendMoons" hidden="1"/>
          <p:cNvGrpSpPr/>
          <p:nvPr/>
        </p:nvGrpSpPr>
        <p:grpSpPr bwMode="auto">
          <a:xfrm>
            <a:off x="8786054" y="273840"/>
            <a:ext cx="937321" cy="1306516"/>
            <a:chOff x="5428012" y="273840"/>
            <a:chExt cx="702991" cy="1306516"/>
          </a:xfrm>
        </p:grpSpPr>
        <p:sp>
          <p:nvSpPr>
            <p:cNvPr id="61" name="Legend1"/>
            <p:cNvSpPr>
              <a:spLocks noChangeArrowheads="1"/>
            </p:cNvSpPr>
            <p:nvPr/>
          </p:nvSpPr>
          <p:spPr bwMode="auto">
            <a:xfrm>
              <a:off x="5748687" y="286540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2" name="Legend2"/>
            <p:cNvSpPr>
              <a:spLocks noChangeArrowheads="1"/>
            </p:cNvSpPr>
            <p:nvPr/>
          </p:nvSpPr>
          <p:spPr bwMode="auto">
            <a:xfrm>
              <a:off x="5748687" y="561178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3"/>
            <p:cNvSpPr>
              <a:spLocks noChangeArrowheads="1"/>
            </p:cNvSpPr>
            <p:nvPr/>
          </p:nvSpPr>
          <p:spPr bwMode="auto">
            <a:xfrm>
              <a:off x="5748687" y="835817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748687" y="1107280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5"/>
            <p:cNvSpPr>
              <a:spLocks noChangeArrowheads="1"/>
            </p:cNvSpPr>
            <p:nvPr/>
          </p:nvSpPr>
          <p:spPr bwMode="auto">
            <a:xfrm>
              <a:off x="5748687" y="1383505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72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5428012" y="273840"/>
              <a:ext cx="209550" cy="209551"/>
              <a:chOff x="1694" y="2044"/>
              <a:chExt cx="160" cy="160"/>
            </a:xfrm>
          </p:grpSpPr>
          <p:sp>
            <p:nvSpPr>
              <p:cNvPr id="90" name="Oval 41"/>
              <p:cNvSpPr>
                <a:spLocks noChangeAspect="1"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Arc 42"/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5428012" y="548081"/>
              <a:ext cx="209550" cy="209551"/>
              <a:chOff x="1694" y="2044"/>
              <a:chExt cx="160" cy="160"/>
            </a:xfrm>
          </p:grpSpPr>
          <p:sp>
            <p:nvSpPr>
              <p:cNvPr id="88" name="Oval 41"/>
              <p:cNvSpPr>
                <a:spLocks noChangeAspect="1"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Arc 42"/>
              <p:cNvSpPr>
                <a:spLocks noChangeAspect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5428012" y="822322"/>
              <a:ext cx="209550" cy="209551"/>
              <a:chOff x="1694" y="2044"/>
              <a:chExt cx="160" cy="160"/>
            </a:xfrm>
          </p:grpSpPr>
          <p:sp>
            <p:nvSpPr>
              <p:cNvPr id="86" name="Oval 41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Arc 42"/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5428012" y="1096563"/>
              <a:ext cx="209550" cy="209551"/>
              <a:chOff x="1694" y="2044"/>
              <a:chExt cx="160" cy="160"/>
            </a:xfrm>
          </p:grpSpPr>
          <p:sp>
            <p:nvSpPr>
              <p:cNvPr id="84" name="Oval 41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Arc 42"/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5428012" y="1370805"/>
              <a:ext cx="209550" cy="209551"/>
              <a:chOff x="1694" y="2044"/>
              <a:chExt cx="160" cy="160"/>
            </a:xfrm>
          </p:grpSpPr>
          <p:sp>
            <p:nvSpPr>
              <p:cNvPr id="82" name="Oval 41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Arc 42"/>
              <p:cNvSpPr>
                <a:spLocks noChangeAspect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pic>
        <p:nvPicPr>
          <p:cNvPr id="59" name="LINE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6272598"/>
            <a:ext cx="12192000" cy="59376"/>
          </a:xfrm>
          <a:prstGeom prst="rect">
            <a:avLst/>
          </a:prstGeom>
        </p:spPr>
      </p:pic>
      <p:grpSp>
        <p:nvGrpSpPr>
          <p:cNvPr id="63" name="Moon" hidden="1"/>
          <p:cNvGrpSpPr/>
          <p:nvPr>
            <p:custDataLst>
              <p:tags r:id="rId12"/>
            </p:custDataLst>
          </p:nvPr>
        </p:nvGrpSpPr>
        <p:grpSpPr>
          <a:xfrm>
            <a:off x="10617201" y="987946"/>
            <a:ext cx="338667" cy="254000"/>
            <a:chOff x="762000" y="1270000"/>
            <a:chExt cx="254000" cy="254000"/>
          </a:xfrm>
        </p:grpSpPr>
        <p:sp>
          <p:nvSpPr>
            <p:cNvPr id="66" name="Oval 65"/>
            <p:cNvSpPr/>
            <p:nvPr/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76" name="Arc 75"/>
            <p:cNvSpPr/>
            <p:nvPr/>
          </p:nvSpPr>
          <p:spPr>
            <a:xfrm>
              <a:off x="762000" y="1270000"/>
              <a:ext cx="254000" cy="254000"/>
            </a:xfrm>
            <a:prstGeom prst="arc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F4687C3-4B0A-6530-C645-1C1E1A279C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80"/>
          <a:stretch/>
        </p:blipFill>
        <p:spPr>
          <a:xfrm>
            <a:off x="409580" y="6436286"/>
            <a:ext cx="1317621" cy="359581"/>
          </a:xfrm>
          <a:prstGeom prst="rect">
            <a:avLst/>
          </a:prstGeom>
        </p:spPr>
      </p:pic>
      <p:pic>
        <p:nvPicPr>
          <p:cNvPr id="5" name="Picture 2" descr="\\xinet\BL_Presentations\Genentech_Abbvie\Venetoclax\Venetoclax_Abbvie_Global\ABBV-7463_PPT_Template_US_n_Global_Ventclexa\art\JPEG\Venclexta_RGB.jpg">
            <a:extLst>
              <a:ext uri="{FF2B5EF4-FFF2-40B4-BE49-F238E27FC236}">
                <a16:creationId xmlns:a16="http://schemas.microsoft.com/office/drawing/2014/main" id="{F8052C38-0414-B7B0-277F-F1A9533CCA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95536" y="6409944"/>
            <a:ext cx="2050645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64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6" r:id="rId8"/>
    <p:sldLayoutId id="2147483677" r:id="rId9"/>
  </p:sldLayoutIdLst>
  <p:hf hdr="0" dt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sz="2000" b="0" baseline="0">
          <a:solidFill>
            <a:schemeClr val="tx2"/>
          </a:solidFill>
          <a:latin typeface="+mj-lt"/>
          <a:ea typeface="Arial Unicode MS" pitchFamily="34" charset="-128"/>
          <a:cs typeface="Arial Unicode MS" pitchFamily="34" charset="-128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anose="020B0604020202020204" pitchFamily="34" charset="0"/>
        <a:buChar char="•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270" imgH="270" progId="TCLayout.ActiveDocument.1">
                  <p:embed/>
                </p:oleObj>
              </mc:Choice>
              <mc:Fallback>
                <p:oleObj name="think-cell Slide" r:id="rId28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" name="corner art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8521699" y="4"/>
            <a:ext cx="3682888" cy="838199"/>
          </a:xfrm>
          <a:prstGeom prst="rect">
            <a:avLst/>
          </a:prstGeom>
        </p:spPr>
      </p:pic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69489" y="2364856"/>
            <a:ext cx="5853024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09637" y="234894"/>
            <a:ext cx="94836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409638" y="62570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409638" y="556415"/>
            <a:ext cx="948366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3169489" y="1783367"/>
            <a:ext cx="5853024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22" name="LegendBoxes" hidden="1"/>
          <p:cNvGrpSpPr>
            <a:grpSpLocks/>
          </p:cNvGrpSpPr>
          <p:nvPr/>
        </p:nvGrpSpPr>
        <p:grpSpPr bwMode="auto">
          <a:xfrm>
            <a:off x="8875192" y="273843"/>
            <a:ext cx="848784" cy="996951"/>
            <a:chOff x="4936" y="176"/>
            <a:chExt cx="401" cy="628"/>
          </a:xfrm>
        </p:grpSpPr>
        <p:sp>
          <p:nvSpPr>
            <p:cNvPr id="23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4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5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6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7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8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9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30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31" name="LegendLines" hidden="1"/>
          <p:cNvGrpSpPr>
            <a:grpSpLocks/>
          </p:cNvGrpSpPr>
          <p:nvPr/>
        </p:nvGrpSpPr>
        <p:grpSpPr bwMode="auto">
          <a:xfrm>
            <a:off x="8464549" y="273843"/>
            <a:ext cx="1259418" cy="730251"/>
            <a:chOff x="4750" y="176"/>
            <a:chExt cx="595" cy="460"/>
          </a:xfrm>
        </p:grpSpPr>
        <p:sp>
          <p:nvSpPr>
            <p:cNvPr id="32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3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4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5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36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37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38" name="McKSticker" hidden="1"/>
          <p:cNvGrpSpPr/>
          <p:nvPr/>
        </p:nvGrpSpPr>
        <p:grpSpPr bwMode="auto">
          <a:xfrm>
            <a:off x="8826414" y="273840"/>
            <a:ext cx="1066895" cy="212366"/>
            <a:chOff x="7940605" y="285750"/>
            <a:chExt cx="800170" cy="212366"/>
          </a:xfrm>
        </p:grpSpPr>
        <p:sp>
          <p:nvSpPr>
            <p:cNvPr id="39" name="StickerRectangle"/>
            <p:cNvSpPr>
              <a:spLocks noChangeArrowheads="1"/>
            </p:cNvSpPr>
            <p:nvPr/>
          </p:nvSpPr>
          <p:spPr bwMode="auto">
            <a:xfrm>
              <a:off x="7940605" y="285750"/>
              <a:ext cx="800170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40" name="AutoShape 31"/>
            <p:cNvCxnSpPr>
              <a:cxnSpLocks noChangeShapeType="1"/>
              <a:stCxn id="39" idx="2"/>
              <a:endCxn id="39" idx="4"/>
            </p:cNvCxnSpPr>
            <p:nvPr/>
          </p:nvCxnSpPr>
          <p:spPr bwMode="auto">
            <a:xfrm>
              <a:off x="7940605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32"/>
            <p:cNvCxnSpPr>
              <a:cxnSpLocks noChangeShapeType="1"/>
              <a:stCxn id="39" idx="4"/>
              <a:endCxn id="39" idx="6"/>
            </p:cNvCxnSpPr>
            <p:nvPr/>
          </p:nvCxnSpPr>
          <p:spPr bwMode="auto">
            <a:xfrm>
              <a:off x="7940605" y="498116"/>
              <a:ext cx="800170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Slide Elements" hidden="1"/>
          <p:cNvGrpSpPr/>
          <p:nvPr/>
        </p:nvGrpSpPr>
        <p:grpSpPr bwMode="auto">
          <a:xfrm>
            <a:off x="409636" y="5873477"/>
            <a:ext cx="11372731" cy="353448"/>
            <a:chOff x="307226" y="5873477"/>
            <a:chExt cx="8529548" cy="353448"/>
          </a:xfrm>
        </p:grpSpPr>
        <p:sp>
          <p:nvSpPr>
            <p:cNvPr id="64" name="4. Footnote"/>
            <p:cNvSpPr txBox="1">
              <a:spLocks noChangeArrowheads="1"/>
            </p:cNvSpPr>
            <p:nvPr/>
          </p:nvSpPr>
          <p:spPr bwMode="auto">
            <a:xfrm>
              <a:off x="307226" y="5873477"/>
              <a:ext cx="8529548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65" name="5. Source"/>
            <p:cNvSpPr>
              <a:spLocks noChangeArrowheads="1"/>
            </p:cNvSpPr>
            <p:nvPr/>
          </p:nvSpPr>
          <p:spPr bwMode="auto">
            <a:xfrm>
              <a:off x="307226" y="6073037"/>
              <a:ext cx="8529548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469900" indent="-4699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479425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60" name="LegendMoons" hidden="1"/>
          <p:cNvGrpSpPr/>
          <p:nvPr/>
        </p:nvGrpSpPr>
        <p:grpSpPr bwMode="auto">
          <a:xfrm>
            <a:off x="8786054" y="273840"/>
            <a:ext cx="937321" cy="1306516"/>
            <a:chOff x="5428012" y="273840"/>
            <a:chExt cx="702991" cy="1306516"/>
          </a:xfrm>
        </p:grpSpPr>
        <p:sp>
          <p:nvSpPr>
            <p:cNvPr id="61" name="Legend1"/>
            <p:cNvSpPr>
              <a:spLocks noChangeArrowheads="1"/>
            </p:cNvSpPr>
            <p:nvPr/>
          </p:nvSpPr>
          <p:spPr bwMode="auto">
            <a:xfrm>
              <a:off x="5748687" y="286540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2" name="Legend2"/>
            <p:cNvSpPr>
              <a:spLocks noChangeArrowheads="1"/>
            </p:cNvSpPr>
            <p:nvPr/>
          </p:nvSpPr>
          <p:spPr bwMode="auto">
            <a:xfrm>
              <a:off x="5748687" y="561178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3"/>
            <p:cNvSpPr>
              <a:spLocks noChangeArrowheads="1"/>
            </p:cNvSpPr>
            <p:nvPr/>
          </p:nvSpPr>
          <p:spPr bwMode="auto">
            <a:xfrm>
              <a:off x="5748687" y="835817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748687" y="1107280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5"/>
            <p:cNvSpPr>
              <a:spLocks noChangeArrowheads="1"/>
            </p:cNvSpPr>
            <p:nvPr/>
          </p:nvSpPr>
          <p:spPr bwMode="auto">
            <a:xfrm>
              <a:off x="5748687" y="1383505"/>
              <a:ext cx="38231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72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5428012" y="273840"/>
              <a:ext cx="209550" cy="209551"/>
              <a:chOff x="1694" y="2044"/>
              <a:chExt cx="160" cy="160"/>
            </a:xfrm>
          </p:grpSpPr>
          <p:sp>
            <p:nvSpPr>
              <p:cNvPr id="90" name="Oval 41"/>
              <p:cNvSpPr>
                <a:spLocks noChangeAspect="1"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Arc 42"/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5428012" y="548081"/>
              <a:ext cx="209550" cy="209551"/>
              <a:chOff x="1694" y="2044"/>
              <a:chExt cx="160" cy="160"/>
            </a:xfrm>
          </p:grpSpPr>
          <p:sp>
            <p:nvSpPr>
              <p:cNvPr id="88" name="Oval 41"/>
              <p:cNvSpPr>
                <a:spLocks noChangeAspect="1"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Arc 42"/>
              <p:cNvSpPr>
                <a:spLocks noChangeAspect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5428012" y="822322"/>
              <a:ext cx="209550" cy="209551"/>
              <a:chOff x="1694" y="2044"/>
              <a:chExt cx="160" cy="160"/>
            </a:xfrm>
          </p:grpSpPr>
          <p:sp>
            <p:nvSpPr>
              <p:cNvPr id="86" name="Oval 41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Arc 42"/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5428012" y="1096563"/>
              <a:ext cx="209550" cy="209551"/>
              <a:chOff x="1694" y="2044"/>
              <a:chExt cx="160" cy="160"/>
            </a:xfrm>
          </p:grpSpPr>
          <p:sp>
            <p:nvSpPr>
              <p:cNvPr id="84" name="Oval 41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Arc 42"/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5428012" y="1370805"/>
              <a:ext cx="209550" cy="209551"/>
              <a:chOff x="1694" y="2044"/>
              <a:chExt cx="160" cy="160"/>
            </a:xfrm>
          </p:grpSpPr>
          <p:sp>
            <p:nvSpPr>
              <p:cNvPr id="82" name="Oval 41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Arc 42"/>
              <p:cNvSpPr>
                <a:spLocks noChangeAspect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73" name="TextBox 9"/>
          <p:cNvSpPr txBox="1">
            <a:spLocks noChangeArrowheads="1"/>
          </p:cNvSpPr>
          <p:nvPr/>
        </p:nvSpPr>
        <p:spPr bwMode="auto">
          <a:xfrm>
            <a:off x="3189819" y="6489700"/>
            <a:ext cx="581236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7E8082"/>
                </a:solidFill>
              </a:rPr>
              <a:t>AbbVie-Genentech | Company Confidential and Proprietary | For Internal Use Only</a:t>
            </a:r>
          </a:p>
        </p:txBody>
      </p:sp>
      <p:sp>
        <p:nvSpPr>
          <p:cNvPr id="7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6400" y="6559553"/>
            <a:ext cx="254000" cy="12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defRPr sz="800">
                <a:solidFill>
                  <a:srgbClr val="00557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AEBAF5C9-DF40-AE47-B0FC-667CF0A87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3" name="Moon" hidden="1"/>
          <p:cNvGrpSpPr/>
          <p:nvPr>
            <p:custDataLst>
              <p:tags r:id="rId12"/>
            </p:custDataLst>
          </p:nvPr>
        </p:nvGrpSpPr>
        <p:grpSpPr>
          <a:xfrm>
            <a:off x="10617201" y="987946"/>
            <a:ext cx="338667" cy="254000"/>
            <a:chOff x="762000" y="1270000"/>
            <a:chExt cx="254000" cy="254000"/>
          </a:xfrm>
        </p:grpSpPr>
        <p:sp>
          <p:nvSpPr>
            <p:cNvPr id="66" name="Oval 65"/>
            <p:cNvSpPr/>
            <p:nvPr/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 err="1">
                <a:solidFill>
                  <a:srgbClr val="000000"/>
                </a:solidFill>
              </a:endParaRPr>
            </a:p>
          </p:txBody>
        </p:sp>
        <p:sp>
          <p:nvSpPr>
            <p:cNvPr id="76" name="Arc 75"/>
            <p:cNvSpPr/>
            <p:nvPr/>
          </p:nvSpPr>
          <p:spPr>
            <a:xfrm>
              <a:off x="762000" y="1270000"/>
              <a:ext cx="254000" cy="254000"/>
            </a:xfrm>
            <a:prstGeom prst="arc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32548C7-E405-6EF0-FDF9-ABFA805DF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80"/>
          <a:stretch/>
        </p:blipFill>
        <p:spPr>
          <a:xfrm>
            <a:off x="409580" y="6436286"/>
            <a:ext cx="1317621" cy="359581"/>
          </a:xfrm>
          <a:prstGeom prst="rect">
            <a:avLst/>
          </a:prstGeom>
        </p:spPr>
      </p:pic>
      <p:pic>
        <p:nvPicPr>
          <p:cNvPr id="5" name="Picture 2" descr="\\xinet\BL_Presentations\Genentech_Abbvie\Venetoclax\Venetoclax_Abbvie_Global\ABBV-7463_PPT_Template_US_n_Global_Ventclexa\art\JPEG\Venclexta_RGB.jpg">
            <a:extLst>
              <a:ext uri="{FF2B5EF4-FFF2-40B4-BE49-F238E27FC236}">
                <a16:creationId xmlns:a16="http://schemas.microsoft.com/office/drawing/2014/main" id="{802321BB-8530-6A57-EE75-ADD9C3F13E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95536" y="6409944"/>
            <a:ext cx="2050645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LINE">
            <a:extLst>
              <a:ext uri="{FF2B5EF4-FFF2-40B4-BE49-F238E27FC236}">
                <a16:creationId xmlns:a16="http://schemas.microsoft.com/office/drawing/2014/main" id="{3979DC7D-9B12-4EB8-4DF5-92B4A51DFDC9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6272598"/>
            <a:ext cx="12192000" cy="5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5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</p:sldLayoutIdLst>
  <p:hf hdr="0" dt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sz="2000" b="0" baseline="0">
          <a:solidFill>
            <a:schemeClr val="tx2"/>
          </a:solidFill>
          <a:latin typeface="+mj-lt"/>
          <a:ea typeface="Arial Unicode MS" pitchFamily="34" charset="-128"/>
          <a:cs typeface="Arial Unicode MS" pitchFamily="34" charset="-128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anose="020B0604020202020204" pitchFamily="34" charset="0"/>
        <a:buChar char="•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" hidden="1"/>
          <p:cNvGraphicFramePr>
            <a:graphicFrameLocks/>
          </p:cNvGraphicFramePr>
          <p:nvPr>
            <p:custDataLst>
              <p:tags r:id="rId20"/>
            </p:custDataLst>
          </p:nvPr>
        </p:nvGraphicFramePr>
        <p:xfrm>
          <a:off x="6" y="8"/>
          <a:ext cx="2159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38100" imgH="38100" progId="TCLayout.ActiveDocument.1">
                  <p:embed/>
                </p:oleObj>
              </mc:Choice>
              <mc:Fallback>
                <p:oleObj name="think-cell Slide" r:id="rId38" imgW="38100" imgH="38100" progId="TCLayout.ActiveDocument.1">
                  <p:embed/>
                  <p:pic>
                    <p:nvPicPr>
                      <p:cNvPr id="1026" name="Object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" y="8"/>
                        <a:ext cx="21590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 Unicode MS" panose="020B0604020202020204" pitchFamily="34" charset="-128"/>
              <a:sym typeface="Arial" panose="020B0604020202020204" pitchFamily="34" charset="0"/>
            </a:endParaRPr>
          </a:p>
        </p:txBody>
      </p:sp>
      <p:pic>
        <p:nvPicPr>
          <p:cNvPr id="1027" name="corner art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8521700" y="0"/>
            <a:ext cx="3683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7" y="989538"/>
            <a:ext cx="11374962" cy="505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410633" y="234959"/>
            <a:ext cx="9482667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1. On-page tracker" hidden="1"/>
          <p:cNvSpPr>
            <a:spLocks noChangeArrowheads="1"/>
          </p:cNvSpPr>
          <p:nvPr/>
        </p:nvSpPr>
        <p:spPr bwMode="auto">
          <a:xfrm>
            <a:off x="410638" y="61918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808080"/>
                </a:solidFill>
                <a:latin typeface="Arial" charset="0"/>
                <a:ea typeface="ＭＳ Ｐゴシック" charset="0"/>
                <a:cs typeface="ＭＳ Ｐゴシック" charset="0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410633" y="555631"/>
            <a:ext cx="948266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  <a:ea typeface="ＭＳ Ｐゴシック"/>
                <a:cs typeface="ＭＳ Ｐゴシック" charset="0"/>
              </a:rPr>
              <a:t>Unit of measure</a:t>
            </a:r>
          </a:p>
        </p:txBody>
      </p:sp>
      <p:grpSp>
        <p:nvGrpSpPr>
          <p:cNvPr id="1032" name="ACET" hidden="1"/>
          <p:cNvGrpSpPr>
            <a:grpSpLocks/>
          </p:cNvGrpSpPr>
          <p:nvPr/>
        </p:nvGrpSpPr>
        <p:grpSpPr bwMode="auto">
          <a:xfrm>
            <a:off x="3168654" y="1790880"/>
            <a:ext cx="5854700" cy="511003"/>
            <a:chOff x="915" y="715"/>
            <a:chExt cx="2686" cy="315"/>
          </a:xfrm>
        </p:grpSpPr>
        <p:cxnSp>
          <p:nvCxnSpPr>
            <p:cNvPr id="1085" name="AutoShape 249"/>
            <p:cNvCxnSpPr>
              <a:cxnSpLocks noChangeShapeType="1"/>
              <a:stCxn id="1086" idx="4"/>
              <a:endCxn id="1086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86" name="AutoShape 250"/>
            <p:cNvSpPr>
              <a:spLocks noChangeArrowheads="1"/>
            </p:cNvSpPr>
            <p:nvPr/>
          </p:nvSpPr>
          <p:spPr bwMode="auto">
            <a:xfrm>
              <a:off x="915" y="715"/>
              <a:ext cx="2686" cy="31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Unit of measure</a:t>
              </a:r>
            </a:p>
          </p:txBody>
        </p:sp>
      </p:grpSp>
      <p:grpSp>
        <p:nvGrpSpPr>
          <p:cNvPr id="1033" name="LegendBoxes" hidden="1"/>
          <p:cNvGrpSpPr>
            <a:grpSpLocks/>
          </p:cNvGrpSpPr>
          <p:nvPr/>
        </p:nvGrpSpPr>
        <p:grpSpPr bwMode="auto">
          <a:xfrm>
            <a:off x="8875219" y="273050"/>
            <a:ext cx="848785" cy="996950"/>
            <a:chOff x="4936" y="176"/>
            <a:chExt cx="401" cy="628"/>
          </a:xfrm>
        </p:grpSpPr>
        <p:sp>
          <p:nvSpPr>
            <p:cNvPr id="1077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78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79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80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81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82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83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84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034" name="LegendLines" hidden="1"/>
          <p:cNvGrpSpPr>
            <a:grpSpLocks/>
          </p:cNvGrpSpPr>
          <p:nvPr/>
        </p:nvGrpSpPr>
        <p:grpSpPr bwMode="auto">
          <a:xfrm>
            <a:off x="8464566" y="273052"/>
            <a:ext cx="1259418" cy="730250"/>
            <a:chOff x="4750" y="176"/>
            <a:chExt cx="595" cy="460"/>
          </a:xfrm>
        </p:grpSpPr>
        <p:sp>
          <p:nvSpPr>
            <p:cNvPr id="32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33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34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srgbClr val="000000"/>
                </a:solidFill>
                <a:latin typeface="Arial"/>
                <a:ea typeface="ＭＳ Ｐゴシック"/>
                <a:cs typeface="ＭＳ Ｐゴシック" charset="0"/>
              </a:endParaRPr>
            </a:p>
          </p:txBody>
        </p:sp>
        <p:sp>
          <p:nvSpPr>
            <p:cNvPr id="1074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75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76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2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</p:grpSp>
      <p:grpSp>
        <p:nvGrpSpPr>
          <p:cNvPr id="1035" name="McKSticker" hidden="1"/>
          <p:cNvGrpSpPr>
            <a:grpSpLocks/>
          </p:cNvGrpSpPr>
          <p:nvPr/>
        </p:nvGrpSpPr>
        <p:grpSpPr bwMode="auto">
          <a:xfrm>
            <a:off x="8826396" y="273052"/>
            <a:ext cx="1066895" cy="212366"/>
            <a:chOff x="7940533" y="285750"/>
            <a:chExt cx="800242" cy="212008"/>
          </a:xfrm>
        </p:grpSpPr>
        <p:sp>
          <p:nvSpPr>
            <p:cNvPr id="1068" name="StickerRectangle"/>
            <p:cNvSpPr>
              <a:spLocks noChangeArrowheads="1"/>
            </p:cNvSpPr>
            <p:nvPr/>
          </p:nvSpPr>
          <p:spPr bwMode="auto">
            <a:xfrm>
              <a:off x="7940533" y="285750"/>
              <a:ext cx="800242" cy="21200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80808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PRELIMINARY</a:t>
              </a:r>
            </a:p>
          </p:txBody>
        </p:sp>
        <p:cxnSp>
          <p:nvCxnSpPr>
            <p:cNvPr id="1069" name="AutoShape 31"/>
            <p:cNvCxnSpPr>
              <a:cxnSpLocks noChangeShapeType="1"/>
              <a:stCxn id="1068" idx="2"/>
              <a:endCxn id="1068" idx="4"/>
            </p:cNvCxnSpPr>
            <p:nvPr/>
          </p:nvCxnSpPr>
          <p:spPr bwMode="auto">
            <a:xfrm>
              <a:off x="7940533" y="285750"/>
              <a:ext cx="0" cy="212008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0" name="AutoShape 32"/>
            <p:cNvCxnSpPr>
              <a:cxnSpLocks noChangeShapeType="1"/>
              <a:stCxn id="1068" idx="4"/>
              <a:endCxn id="1068" idx="6"/>
            </p:cNvCxnSpPr>
            <p:nvPr/>
          </p:nvCxnSpPr>
          <p:spPr bwMode="auto">
            <a:xfrm>
              <a:off x="7940533" y="497758"/>
              <a:ext cx="800242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36" name="Slide Elements" hidden="1"/>
          <p:cNvGrpSpPr>
            <a:grpSpLocks/>
          </p:cNvGrpSpPr>
          <p:nvPr/>
        </p:nvGrpSpPr>
        <p:grpSpPr bwMode="auto">
          <a:xfrm>
            <a:off x="410636" y="5873851"/>
            <a:ext cx="11370733" cy="352325"/>
            <a:chOff x="307226" y="5873577"/>
            <a:chExt cx="8529548" cy="353348"/>
          </a:xfrm>
        </p:grpSpPr>
        <p:sp>
          <p:nvSpPr>
            <p:cNvPr id="64" name="4. Footnote"/>
            <p:cNvSpPr txBox="1">
              <a:spLocks noChangeArrowheads="1"/>
            </p:cNvSpPr>
            <p:nvPr/>
          </p:nvSpPr>
          <p:spPr bwMode="auto">
            <a:xfrm>
              <a:off x="307226" y="5873577"/>
              <a:ext cx="8529548" cy="154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rPr>
                <a:t>1 Footnote</a:t>
              </a:r>
            </a:p>
          </p:txBody>
        </p:sp>
        <p:sp>
          <p:nvSpPr>
            <p:cNvPr id="1067" name="5. Source"/>
            <p:cNvSpPr>
              <a:spLocks noChangeArrowheads="1"/>
            </p:cNvSpPr>
            <p:nvPr/>
          </p:nvSpPr>
          <p:spPr bwMode="auto">
            <a:xfrm>
              <a:off x="307226" y="6072590"/>
              <a:ext cx="8529548" cy="154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marL="469876" indent="-469876" defTabSz="895306" fontAlgn="base">
                <a:spcBef>
                  <a:spcPct val="0"/>
                </a:spcBef>
                <a:spcAft>
                  <a:spcPct val="0"/>
                </a:spcAft>
                <a:tabLst>
                  <a:tab pos="479401" algn="l"/>
                </a:tabLst>
              </a:pPr>
              <a:r>
                <a:rPr lang="en-US" sz="10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Source: Source</a:t>
              </a:r>
            </a:p>
          </p:txBody>
        </p:sp>
      </p:grpSp>
      <p:grpSp>
        <p:nvGrpSpPr>
          <p:cNvPr id="1037" name="LegendMoons" hidden="1"/>
          <p:cNvGrpSpPr>
            <a:grpSpLocks/>
          </p:cNvGrpSpPr>
          <p:nvPr/>
        </p:nvGrpSpPr>
        <p:grpSpPr bwMode="auto">
          <a:xfrm>
            <a:off x="8786270" y="273054"/>
            <a:ext cx="937235" cy="1306513"/>
            <a:chOff x="5428012" y="273840"/>
            <a:chExt cx="703070" cy="1306516"/>
          </a:xfrm>
        </p:grpSpPr>
        <p:sp>
          <p:nvSpPr>
            <p:cNvPr id="1046" name="Legend1"/>
            <p:cNvSpPr>
              <a:spLocks noChangeArrowheads="1"/>
            </p:cNvSpPr>
            <p:nvPr/>
          </p:nvSpPr>
          <p:spPr bwMode="auto">
            <a:xfrm>
              <a:off x="5748687" y="286540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47" name="Legend2"/>
            <p:cNvSpPr>
              <a:spLocks noChangeArrowheads="1"/>
            </p:cNvSpPr>
            <p:nvPr/>
          </p:nvSpPr>
          <p:spPr bwMode="auto">
            <a:xfrm>
              <a:off x="5748687" y="561178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48" name="Legend3"/>
            <p:cNvSpPr>
              <a:spLocks noChangeArrowheads="1"/>
            </p:cNvSpPr>
            <p:nvPr/>
          </p:nvSpPr>
          <p:spPr bwMode="auto">
            <a:xfrm>
              <a:off x="5748687" y="835817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49" name="Legend4"/>
            <p:cNvSpPr>
              <a:spLocks noChangeArrowheads="1"/>
            </p:cNvSpPr>
            <p:nvPr/>
          </p:nvSpPr>
          <p:spPr bwMode="auto">
            <a:xfrm>
              <a:off x="5748687" y="1107280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sp>
          <p:nvSpPr>
            <p:cNvPr id="1050" name="Legend5"/>
            <p:cNvSpPr>
              <a:spLocks noChangeArrowheads="1"/>
            </p:cNvSpPr>
            <p:nvPr/>
          </p:nvSpPr>
          <p:spPr bwMode="auto">
            <a:xfrm>
              <a:off x="5748687" y="1383505"/>
              <a:ext cx="38239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06" fontAlgn="base">
                <a:spcBef>
                  <a:spcPct val="0"/>
                </a:spcBef>
                <a:spcAft>
                  <a:spcPct val="0"/>
                </a:spcAft>
                <a:buClr>
                  <a:srgbClr val="005570"/>
                </a:buClr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Legend</a:t>
              </a:r>
            </a:p>
          </p:txBody>
        </p:sp>
        <p:grpSp>
          <p:nvGrpSpPr>
            <p:cNvPr id="1051" name="MoonLegend1"/>
            <p:cNvGrpSpPr>
              <a:grpSpLocks noChangeAspect="1"/>
            </p:cNvGrpSpPr>
            <p:nvPr userDrawn="1">
              <p:custDataLst>
                <p:tags r:id="rId23"/>
              </p:custDataLst>
            </p:nvPr>
          </p:nvGrpSpPr>
          <p:grpSpPr bwMode="auto">
            <a:xfrm>
              <a:off x="5428012" y="273840"/>
              <a:ext cx="209550" cy="209551"/>
              <a:chOff x="1694" y="2044"/>
              <a:chExt cx="160" cy="160"/>
            </a:xfrm>
          </p:grpSpPr>
          <p:sp>
            <p:nvSpPr>
              <p:cNvPr id="90" name="Oval 41"/>
              <p:cNvSpPr>
                <a:spLocks noChangeAspect="1"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91" name="Arc 42"/>
              <p:cNvSpPr>
                <a:spLocks noChangeAspect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1052" name="MoonLegend2"/>
            <p:cNvGrpSpPr>
              <a:grpSpLocks noChangeAspect="1"/>
            </p:cNvGrpSpPr>
            <p:nvPr userDrawn="1">
              <p:custDataLst>
                <p:tags r:id="rId24"/>
              </p:custDataLst>
            </p:nvPr>
          </p:nvGrpSpPr>
          <p:grpSpPr bwMode="auto">
            <a:xfrm>
              <a:off x="5428012" y="548081"/>
              <a:ext cx="209550" cy="209551"/>
              <a:chOff x="1694" y="2044"/>
              <a:chExt cx="160" cy="160"/>
            </a:xfrm>
          </p:grpSpPr>
          <p:sp>
            <p:nvSpPr>
              <p:cNvPr id="88" name="Oval 41"/>
              <p:cNvSpPr>
                <a:spLocks noChangeAspect="1"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89" name="Arc 42"/>
              <p:cNvSpPr>
                <a:spLocks noChangeAspect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1053" name="MoonLegend3"/>
            <p:cNvGrpSpPr>
              <a:grpSpLocks noChangeAspect="1"/>
            </p:cNvGrpSpPr>
            <p:nvPr userDrawn="1">
              <p:custDataLst>
                <p:tags r:id="rId25"/>
              </p:custDataLst>
            </p:nvPr>
          </p:nvGrpSpPr>
          <p:grpSpPr bwMode="auto">
            <a:xfrm>
              <a:off x="5428012" y="822322"/>
              <a:ext cx="209550" cy="209551"/>
              <a:chOff x="1694" y="2044"/>
              <a:chExt cx="160" cy="160"/>
            </a:xfrm>
          </p:grpSpPr>
          <p:sp>
            <p:nvSpPr>
              <p:cNvPr id="86" name="Oval 41"/>
              <p:cNvSpPr>
                <a:spLocks noChangeAspect="1"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694" y="2042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87" name="Arc 42"/>
              <p:cNvSpPr>
                <a:spLocks noChangeAspect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694" y="2042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1054" name="MoonLegend4"/>
            <p:cNvGrpSpPr>
              <a:grpSpLocks noChangeAspect="1"/>
            </p:cNvGrpSpPr>
            <p:nvPr userDrawn="1">
              <p:custDataLst>
                <p:tags r:id="rId26"/>
              </p:custDataLst>
            </p:nvPr>
          </p:nvGrpSpPr>
          <p:grpSpPr bwMode="auto">
            <a:xfrm>
              <a:off x="5428012" y="1096563"/>
              <a:ext cx="209550" cy="209551"/>
              <a:chOff x="1694" y="2044"/>
              <a:chExt cx="160" cy="160"/>
            </a:xfrm>
          </p:grpSpPr>
          <p:sp>
            <p:nvSpPr>
              <p:cNvPr id="84" name="Oval 41"/>
              <p:cNvSpPr>
                <a:spLocks noChangeAspect="1"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85" name="Arc 42"/>
              <p:cNvSpPr>
                <a:spLocks noChangeAspect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  <p:grpSp>
          <p:nvGrpSpPr>
            <p:cNvPr id="1055" name="MoonLegend5"/>
            <p:cNvGrpSpPr>
              <a:grpSpLocks noChangeAspect="1"/>
            </p:cNvGrpSpPr>
            <p:nvPr userDrawn="1">
              <p:custDataLst>
                <p:tags r:id="rId27"/>
              </p:custDataLst>
            </p:nvPr>
          </p:nvGrpSpPr>
          <p:grpSpPr bwMode="auto">
            <a:xfrm>
              <a:off x="5428012" y="1370805"/>
              <a:ext cx="209550" cy="209551"/>
              <a:chOff x="1694" y="2044"/>
              <a:chExt cx="160" cy="160"/>
            </a:xfrm>
          </p:grpSpPr>
          <p:sp>
            <p:nvSpPr>
              <p:cNvPr id="82" name="Oval 41"/>
              <p:cNvSpPr>
                <a:spLocks noChangeAspect="1"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  <p:sp>
            <p:nvSpPr>
              <p:cNvPr id="83" name="Arc 42"/>
              <p:cNvSpPr>
                <a:spLocks noChangeAspect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>
                  <a:solidFill>
                    <a:srgbClr val="000000"/>
                  </a:solidFill>
                  <a:latin typeface="Arial"/>
                  <a:ea typeface="ＭＳ Ｐゴシック"/>
                  <a:cs typeface="ＭＳ Ｐゴシック" charset="0"/>
                </a:endParaRPr>
              </a:p>
            </p:txBody>
          </p:sp>
        </p:grpSp>
      </p:grpSp>
      <p:sp>
        <p:nvSpPr>
          <p:cNvPr id="7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6400" y="6559558"/>
            <a:ext cx="254000" cy="12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354" fontAlgn="auto">
              <a:spcBef>
                <a:spcPts val="0"/>
              </a:spcBef>
              <a:spcAft>
                <a:spcPts val="0"/>
              </a:spcAft>
              <a:defRPr sz="800">
                <a:solidFill>
                  <a:srgbClr val="005570"/>
                </a:solidFill>
                <a:latin typeface="Arial"/>
                <a:ea typeface="ＭＳ Ｐゴシック"/>
                <a:cs typeface="+mn-cs"/>
              </a:defRPr>
            </a:lvl1pPr>
          </a:lstStyle>
          <a:p>
            <a:pPr>
              <a:defRPr/>
            </a:pPr>
            <a:fld id="{9EC6D65D-F88D-0347-9EF7-484ABE400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43" name="Moon" hidden="1"/>
          <p:cNvGrpSpPr>
            <a:grpSpLocks/>
          </p:cNvGrpSpPr>
          <p:nvPr>
            <p:custDataLst>
              <p:tags r:id="rId22"/>
            </p:custDataLst>
          </p:nvPr>
        </p:nvGrpSpPr>
        <p:grpSpPr bwMode="auto">
          <a:xfrm>
            <a:off x="10617201" y="987425"/>
            <a:ext cx="338667" cy="254000"/>
            <a:chOff x="762000" y="1270000"/>
            <a:chExt cx="254000" cy="254000"/>
          </a:xfrm>
        </p:grpSpPr>
        <p:sp>
          <p:nvSpPr>
            <p:cNvPr id="66" name="Oval 65"/>
            <p:cNvSpPr/>
            <p:nvPr/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76" name="Arc 75"/>
            <p:cNvSpPr/>
            <p:nvPr/>
          </p:nvSpPr>
          <p:spPr>
            <a:xfrm>
              <a:off x="762000" y="1270000"/>
              <a:ext cx="254000" cy="254000"/>
            </a:xfrm>
            <a:prstGeom prst="arc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A3D46FF-58D6-468E-8983-CF03CA06A43D}"/>
              </a:ext>
            </a:extLst>
          </p:cNvPr>
          <p:cNvSpPr/>
          <p:nvPr userDrawn="1"/>
        </p:nvSpPr>
        <p:spPr>
          <a:xfrm>
            <a:off x="1664340" y="6415088"/>
            <a:ext cx="1730123" cy="322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AAF13-6EA6-FA96-9A81-41ED597176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80"/>
          <a:stretch/>
        </p:blipFill>
        <p:spPr>
          <a:xfrm>
            <a:off x="409580" y="6436286"/>
            <a:ext cx="1317621" cy="359581"/>
          </a:xfrm>
          <a:prstGeom prst="rect">
            <a:avLst/>
          </a:prstGeom>
        </p:spPr>
      </p:pic>
      <p:pic>
        <p:nvPicPr>
          <p:cNvPr id="5" name="Picture 2" descr="\\xinet\BL_Presentations\Genentech_Abbvie\Venetoclax\Venetoclax_Abbvie_Global\ABBV-7463_PPT_Template_US_n_Global_Ventclexa\art\JPEG\Venclexta_RGB.jpg">
            <a:extLst>
              <a:ext uri="{FF2B5EF4-FFF2-40B4-BE49-F238E27FC236}">
                <a16:creationId xmlns:a16="http://schemas.microsoft.com/office/drawing/2014/main" id="{AA264F68-8A64-5FC3-E02D-08AED37DE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95536" y="6409944"/>
            <a:ext cx="2050645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LINE">
            <a:extLst>
              <a:ext uri="{FF2B5EF4-FFF2-40B4-BE49-F238E27FC236}">
                <a16:creationId xmlns:a16="http://schemas.microsoft.com/office/drawing/2014/main" id="{F6E9C086-4784-5071-BAC1-74D1E145AE9B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0" y="6272598"/>
            <a:ext cx="12192000" cy="5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4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6" r:id="rId13"/>
    <p:sldLayoutId id="2147483717" r:id="rId14"/>
    <p:sldLayoutId id="2147483718" r:id="rId15"/>
    <p:sldLayoutId id="2147483719" r:id="rId16"/>
    <p:sldLayoutId id="2147483721" r:id="rId17"/>
    <p:sldLayoutId id="2147483722" r:id="rId18"/>
  </p:sldLayoutIdLst>
  <p:hf hdr="0" ftr="0" dt="0"/>
  <p:txStyles>
    <p:titleStyle>
      <a:lvl1pPr algn="l" defTabSz="912768" rtl="0" eaLnBrk="0" fontAlgn="base" hangingPunct="0">
        <a:spcBef>
          <a:spcPct val="0"/>
        </a:spcBef>
        <a:spcAft>
          <a:spcPct val="0"/>
        </a:spcAft>
        <a:tabLst>
          <a:tab pos="274625" algn="l"/>
        </a:tabLst>
        <a:defRPr sz="2000" b="1">
          <a:solidFill>
            <a:schemeClr val="tx2"/>
          </a:solidFill>
          <a:latin typeface="+mj-lt"/>
          <a:ea typeface="ＭＳ Ｐゴシック" charset="0"/>
          <a:cs typeface="Arial Unicode MS" pitchFamily="34" charset="-128"/>
        </a:defRPr>
      </a:lvl1pPr>
      <a:lvl2pPr algn="l" defTabSz="912768" rtl="0" eaLnBrk="0" fontAlgn="base" hangingPunct="0">
        <a:spcBef>
          <a:spcPct val="0"/>
        </a:spcBef>
        <a:spcAft>
          <a:spcPct val="0"/>
        </a:spcAft>
        <a:tabLst>
          <a:tab pos="274625" algn="l"/>
        </a:tabLst>
        <a:defRPr sz="2000">
          <a:solidFill>
            <a:schemeClr val="tx2"/>
          </a:solidFill>
          <a:latin typeface="Arial" charset="0"/>
          <a:ea typeface="ＭＳ Ｐゴシック" charset="0"/>
          <a:cs typeface="Arial Unicode MS" charset="0"/>
        </a:defRPr>
      </a:lvl2pPr>
      <a:lvl3pPr algn="l" defTabSz="912768" rtl="0" eaLnBrk="0" fontAlgn="base" hangingPunct="0">
        <a:spcBef>
          <a:spcPct val="0"/>
        </a:spcBef>
        <a:spcAft>
          <a:spcPct val="0"/>
        </a:spcAft>
        <a:tabLst>
          <a:tab pos="274625" algn="l"/>
        </a:tabLst>
        <a:defRPr sz="2000">
          <a:solidFill>
            <a:schemeClr val="tx2"/>
          </a:solidFill>
          <a:latin typeface="Arial" charset="0"/>
          <a:ea typeface="ＭＳ Ｐゴシック" charset="0"/>
          <a:cs typeface="Arial Unicode MS" charset="0"/>
        </a:defRPr>
      </a:lvl3pPr>
      <a:lvl4pPr algn="l" defTabSz="912768" rtl="0" eaLnBrk="0" fontAlgn="base" hangingPunct="0">
        <a:spcBef>
          <a:spcPct val="0"/>
        </a:spcBef>
        <a:spcAft>
          <a:spcPct val="0"/>
        </a:spcAft>
        <a:tabLst>
          <a:tab pos="274625" algn="l"/>
        </a:tabLst>
        <a:defRPr sz="2000">
          <a:solidFill>
            <a:schemeClr val="tx2"/>
          </a:solidFill>
          <a:latin typeface="Arial" charset="0"/>
          <a:ea typeface="ＭＳ Ｐゴシック" charset="0"/>
          <a:cs typeface="Arial Unicode MS" charset="0"/>
        </a:defRPr>
      </a:lvl4pPr>
      <a:lvl5pPr algn="l" defTabSz="912768" rtl="0" eaLnBrk="0" fontAlgn="base" hangingPunct="0">
        <a:spcBef>
          <a:spcPct val="0"/>
        </a:spcBef>
        <a:spcAft>
          <a:spcPct val="0"/>
        </a:spcAft>
        <a:tabLst>
          <a:tab pos="274625" algn="l"/>
        </a:tabLst>
        <a:defRPr sz="2000">
          <a:solidFill>
            <a:schemeClr val="tx2"/>
          </a:solidFill>
          <a:latin typeface="Arial" charset="0"/>
          <a:ea typeface="ＭＳ Ｐゴシック" charset="0"/>
          <a:cs typeface="Arial Unicode MS" charset="0"/>
        </a:defRPr>
      </a:lvl5pPr>
      <a:lvl6pPr marL="466459" algn="l" defTabSz="913481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915" algn="l" defTabSz="913481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373" algn="l" defTabSz="913481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832" algn="l" defTabSz="913481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342882" indent="-342882" algn="l" defTabSz="912768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600">
          <a:solidFill>
            <a:schemeClr val="tx1"/>
          </a:solidFill>
          <a:latin typeface="+mn-lt"/>
          <a:ea typeface="ＭＳ Ｐゴシック" charset="0"/>
          <a:cs typeface="Arial Unicode MS" pitchFamily="34" charset="-128"/>
        </a:defRPr>
      </a:lvl1pPr>
      <a:lvl2pPr marL="196842" indent="-195254" algn="l" defTabSz="912768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•"/>
        <a:defRPr sz="16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65115" indent="-266687" algn="l" defTabSz="912768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625443" indent="-157155" algn="l" defTabSz="912768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charset="0"/>
        <a:buChar char="•"/>
        <a:defRPr sz="16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63550" indent="-131755" algn="l" defTabSz="912768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764992" indent="-132811" algn="l" defTabSz="913481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92" indent="-132811" algn="l" defTabSz="913481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92" indent="-132811" algn="l" defTabSz="913481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92" indent="-132811" algn="l" defTabSz="913481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59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915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373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832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290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747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205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663" algn="l" defTabSz="9329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E45F-1F68-3138-AD0C-FB1DDD4A3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" y="1863288"/>
            <a:ext cx="7738256" cy="649922"/>
          </a:xfrm>
        </p:spPr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</a:rPr>
              <a:t>TITLE</a:t>
            </a:r>
            <a:endParaRPr lang="en-US" b="0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EB283-3562-CD49-0820-E0CD490C2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1" y="2585572"/>
            <a:ext cx="7738257" cy="2875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MONTH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A53B2-33D2-0FE1-A393-014D786EC36E}"/>
              </a:ext>
            </a:extLst>
          </p:cNvPr>
          <p:cNvSpPr txBox="1">
            <a:spLocks/>
          </p:cNvSpPr>
          <p:nvPr/>
        </p:nvSpPr>
        <p:spPr>
          <a:xfrm>
            <a:off x="428193" y="4771612"/>
            <a:ext cx="5892800" cy="11176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b="1" dirty="0">
                <a:solidFill>
                  <a:srgbClr val="156082"/>
                </a:solidFill>
                <a:latin typeface="Aptos" panose="02110004020202020204"/>
              </a:rPr>
              <a:t>APEX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185757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78AE-50EE-E1DE-5CB6-8491C195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43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vQiewEwa8m2NjmUcU.7B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VOKjA56x8cSxQh.3z.l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Abv Onc Ven MABI">
  <a:themeElements>
    <a:clrScheme name="Venclexta 2">
      <a:dk1>
        <a:srgbClr val="000000"/>
      </a:dk1>
      <a:lt1>
        <a:srgbClr val="FFFFFF"/>
      </a:lt1>
      <a:dk2>
        <a:srgbClr val="005570"/>
      </a:dk2>
      <a:lt2>
        <a:srgbClr val="EEECE1"/>
      </a:lt2>
      <a:accent1>
        <a:srgbClr val="FFCE00"/>
      </a:accent1>
      <a:accent2>
        <a:srgbClr val="005570"/>
      </a:accent2>
      <a:accent3>
        <a:srgbClr val="00BCB5"/>
      </a:accent3>
      <a:accent4>
        <a:srgbClr val="FFE680"/>
      </a:accent4>
      <a:accent5>
        <a:srgbClr val="86DCD9"/>
      </a:accent5>
      <a:accent6>
        <a:srgbClr val="808080"/>
      </a:accent6>
      <a:hlink>
        <a:srgbClr val="00BCB5"/>
      </a:hlink>
      <a:folHlink>
        <a:srgbClr val="FFE68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5570"/>
        </a:dk2>
        <a:lt2>
          <a:srgbClr val="EEECE1"/>
        </a:lt2>
        <a:accent1>
          <a:srgbClr val="FFCE00"/>
        </a:accent1>
        <a:accent2>
          <a:srgbClr val="005570"/>
        </a:accent2>
        <a:accent3>
          <a:srgbClr val="00BCB5"/>
        </a:accent3>
        <a:accent4>
          <a:srgbClr val="FFE680"/>
        </a:accent4>
        <a:accent5>
          <a:srgbClr val="86DCD9"/>
        </a:accent5>
        <a:accent6>
          <a:srgbClr val="808080"/>
        </a:accent6>
        <a:hlink>
          <a:srgbClr val="00BCB5"/>
        </a:hlink>
        <a:folHlink>
          <a:srgbClr val="FFE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v Onc Ven MABI" id="{015194D7-3B92-40EE-AB1E-373CD749C6D6}" vid="{40445E96-3D79-4288-847F-D3090AFEEDCE}"/>
    </a:ext>
  </a:extLst>
</a:theme>
</file>

<file path=ppt/theme/theme3.xml><?xml version="1.0" encoding="utf-8"?>
<a:theme xmlns:a="http://schemas.openxmlformats.org/drawingml/2006/main" name="Abv Onc Ven MABI">
  <a:themeElements>
    <a:clrScheme name="Venclexta 2">
      <a:dk1>
        <a:srgbClr val="000000"/>
      </a:dk1>
      <a:lt1>
        <a:srgbClr val="FFFFFF"/>
      </a:lt1>
      <a:dk2>
        <a:srgbClr val="005570"/>
      </a:dk2>
      <a:lt2>
        <a:srgbClr val="EEECE1"/>
      </a:lt2>
      <a:accent1>
        <a:srgbClr val="FFCE00"/>
      </a:accent1>
      <a:accent2>
        <a:srgbClr val="005570"/>
      </a:accent2>
      <a:accent3>
        <a:srgbClr val="00BCB5"/>
      </a:accent3>
      <a:accent4>
        <a:srgbClr val="FFE680"/>
      </a:accent4>
      <a:accent5>
        <a:srgbClr val="86DCD9"/>
      </a:accent5>
      <a:accent6>
        <a:srgbClr val="808080"/>
      </a:accent6>
      <a:hlink>
        <a:srgbClr val="00BCB5"/>
      </a:hlink>
      <a:folHlink>
        <a:srgbClr val="FFE68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5570"/>
        </a:dk2>
        <a:lt2>
          <a:srgbClr val="EEECE1"/>
        </a:lt2>
        <a:accent1>
          <a:srgbClr val="FFCE00"/>
        </a:accent1>
        <a:accent2>
          <a:srgbClr val="005570"/>
        </a:accent2>
        <a:accent3>
          <a:srgbClr val="00BCB5"/>
        </a:accent3>
        <a:accent4>
          <a:srgbClr val="FFE680"/>
        </a:accent4>
        <a:accent5>
          <a:srgbClr val="86DCD9"/>
        </a:accent5>
        <a:accent6>
          <a:srgbClr val="808080"/>
        </a:accent6>
        <a:hlink>
          <a:srgbClr val="00BCB5"/>
        </a:hlink>
        <a:folHlink>
          <a:srgbClr val="FFE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v Onc Ven MABI" id="{015194D7-3B92-40EE-AB1E-373CD749C6D6}" vid="{40445E96-3D79-4288-847F-D3090AFEEDCE}"/>
    </a:ext>
  </a:extLst>
</a:theme>
</file>

<file path=ppt/theme/theme4.xml><?xml version="1.0" encoding="utf-8"?>
<a:theme xmlns:a="http://schemas.openxmlformats.org/drawingml/2006/main" name="11_ HLR359 Template">
  <a:themeElements>
    <a:clrScheme name="Current">
      <a:dk1>
        <a:srgbClr val="000000"/>
      </a:dk1>
      <a:lt1>
        <a:srgbClr val="FFFFFF"/>
      </a:lt1>
      <a:dk2>
        <a:srgbClr val="005570"/>
      </a:dk2>
      <a:lt2>
        <a:srgbClr val="EEECE1"/>
      </a:lt2>
      <a:accent1>
        <a:srgbClr val="FFCE00"/>
      </a:accent1>
      <a:accent2>
        <a:srgbClr val="005570"/>
      </a:accent2>
      <a:accent3>
        <a:srgbClr val="00BCB5"/>
      </a:accent3>
      <a:accent4>
        <a:srgbClr val="FFE680"/>
      </a:accent4>
      <a:accent5>
        <a:srgbClr val="86DCD9"/>
      </a:accent5>
      <a:accent6>
        <a:srgbClr val="808080"/>
      </a:accent6>
      <a:hlink>
        <a:srgbClr val="00BCB5"/>
      </a:hlink>
      <a:folHlink>
        <a:srgbClr val="FFE68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 HLR359 Template 1">
        <a:dk1>
          <a:srgbClr val="000000"/>
        </a:dk1>
        <a:lt1>
          <a:srgbClr val="FFFFFF"/>
        </a:lt1>
        <a:dk2>
          <a:srgbClr val="005570"/>
        </a:dk2>
        <a:lt2>
          <a:srgbClr val="EEECE1"/>
        </a:lt2>
        <a:accent1>
          <a:srgbClr val="FFCE00"/>
        </a:accent1>
        <a:accent2>
          <a:srgbClr val="005570"/>
        </a:accent2>
        <a:accent3>
          <a:srgbClr val="FFFFFF"/>
        </a:accent3>
        <a:accent4>
          <a:srgbClr val="000000"/>
        </a:accent4>
        <a:accent5>
          <a:srgbClr val="FFE3AA"/>
        </a:accent5>
        <a:accent6>
          <a:srgbClr val="004C65"/>
        </a:accent6>
        <a:hlink>
          <a:srgbClr val="00BCB5"/>
        </a:hlink>
        <a:folHlink>
          <a:srgbClr val="FFE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LR359 Template.potx" id="{F254333A-95FD-46A6-AE26-B389F4208A39}" vid="{6472EB09-A6AA-407A-9F4B-A3CBE81083B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75C1E1-1C8D-4F6A-A09E-B3B54E345720}">
  <we:reference id="bc854cf1-a8f8-4108-bb0c-7ead9d48d8ad" version="1.0.0.0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B17D2E-9CA0-417A-A490-4A9C1A4AE4F1}">
  <we:reference id="621033e0-7d4e-4b55-8dce-7a3adab6c44d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ba17b1-ca09-4865-ba6f-0714c5739852" xsi:nil="true"/>
    <lcf76f155ced4ddcb4097134ff3c332f xmlns="d5fd4dfa-a196-4e18-a172-d711b8cb7c38">
      <Terms xmlns="http://schemas.microsoft.com/office/infopath/2007/PartnerControls"/>
    </lcf76f155ced4ddcb4097134ff3c332f>
    <Language xmlns="http://schemas.microsoft.com/sharepoint/v3">English</Language>
    <Content_x0020_Author_x0020_Email xmlns="3bba17b1-ca09-4865-ba6f-0714c5739852">
      <UserInfo>
        <DisplayName/>
        <AccountId xsi:nil="true"/>
        <AccountType/>
      </UserInfo>
    </Content_x0020_Author_x0020_Email>
    <Record_x0020_Series_x0020_Number xmlns="3bba17b1-ca09-4865-ba6f-0714c5739852" xsi:nil="true"/>
    <me5168d4f87948a08fcc94d4eeda3704 xmlns="3bba17b1-ca09-4865-ba6f-0714c5739852" xsi:nil="true"/>
    <Content_x0020_Owner1 xmlns="3bba17b1-ca09-4865-ba6f-0714c5739852">
      <UserInfo>
        <DisplayName/>
        <AccountId xsi:nil="true"/>
        <AccountType/>
      </UserInfo>
    </Content_x0020_Owner1>
    <nd4e770dece24acd81cc5ad0e0f5f382 xmlns="3bba17b1-ca09-4865-ba6f-0714c5739852">
      <Terms xmlns="http://schemas.microsoft.com/office/infopath/2007/PartnerControls"/>
    </nd4e770dece24acd81cc5ad0e0f5f382>
    <RoutingRuleDescription xmlns="http://schemas.microsoft.com/sharepoint/v3" xsi:nil="true"/>
    <Sensitivity xmlns="3bba17b1-ca09-4865-ba6f-0714c5739852">Internal</Sensitivity>
    <Record xmlns="3bba17b1-ca09-4865-ba6f-0714c5739852">false</Record>
  </documentManagement>
</p:properties>
</file>

<file path=customXml/item2.xml><?xml version="1.0" encoding="utf-8"?>
<?mso-contentType ?>
<SharedContentType xmlns="Microsoft.SharePoint.Taxonomy.ContentTypeSync" SourceId="f53c2da0-965e-4c49-9e20-3f7554834061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4109C61AF0A942AC7BF183DA89D311" ma:contentTypeVersion="17" ma:contentTypeDescription="Create a new document." ma:contentTypeScope="" ma:versionID="00453e2c41832e4564872588a4c6e56f">
  <xsd:schema xmlns:xsd="http://www.w3.org/2001/XMLSchema" xmlns:xs="http://www.w3.org/2001/XMLSchema" xmlns:p="http://schemas.microsoft.com/office/2006/metadata/properties" xmlns:ns1="http://schemas.microsoft.com/sharepoint/v3" xmlns:ns3="3bba17b1-ca09-4865-ba6f-0714c5739852" xmlns:ns4="d5fd4dfa-a196-4e18-a172-d711b8cb7c38" xmlns:ns5="08fbdb8f-318d-4d7c-89f1-0d880a96961d" targetNamespace="http://schemas.microsoft.com/office/2006/metadata/properties" ma:root="true" ma:fieldsID="5d197aca3a41748b92b83687aef17c8c" ns1:_="" ns3:_="" ns4:_="" ns5:_="">
    <xsd:import namespace="http://schemas.microsoft.com/sharepoint/v3"/>
    <xsd:import namespace="3bba17b1-ca09-4865-ba6f-0714c5739852"/>
    <xsd:import namespace="d5fd4dfa-a196-4e18-a172-d711b8cb7c38"/>
    <xsd:import namespace="08fbdb8f-318d-4d7c-89f1-0d880a96961d"/>
    <xsd:element name="properties">
      <xsd:complexType>
        <xsd:sequence>
          <xsd:element name="documentManagement">
            <xsd:complexType>
              <xsd:all>
                <xsd:element ref="ns3:Content_x0020_Author_x0020_Email" minOccurs="0"/>
                <xsd:element ref="ns1:RoutingRuleDescription" minOccurs="0"/>
                <xsd:element ref="ns3:Content_x0020_Owner1" minOccurs="0"/>
                <xsd:element ref="ns3:Record" minOccurs="0"/>
                <xsd:element ref="ns3:Record_x0020_Series_x0020_Number" minOccurs="0"/>
                <xsd:element ref="ns1:Language" minOccurs="0"/>
                <xsd:element ref="ns3:Sensitivity" minOccurs="0"/>
                <xsd:element ref="ns3:TaxCatchAllLabel" minOccurs="0"/>
                <xsd:element ref="ns3:nd4e770dece24acd81cc5ad0e0f5f382" minOccurs="0"/>
                <xsd:element ref="ns3:me5168d4f87948a08fcc94d4eeda3704" minOccurs="0"/>
                <xsd:element ref="ns3:TaxCatchAll" minOccurs="0"/>
                <xsd:element ref="ns4:MediaServiceFastMetadata" minOccurs="0"/>
                <xsd:element ref="ns4:MediaServiceObjectDetectorVersions" minOccurs="0"/>
                <xsd:element ref="ns4:MediaServiceMetadata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SearchProperties" minOccurs="0"/>
                <xsd:element ref="ns5:SharedWithUsers" minOccurs="0"/>
                <xsd:element ref="ns5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4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  <xsd:element name="Language" ma:index="9" nillable="true" ma:displayName="Language" ma:default="English" ma:internalName="Language" ma:readOnly="false">
      <xsd:simpleType>
        <xsd:union memberTypes="dms:Text">
          <xsd:simpleType>
            <xsd:restriction base="dms:Choice">
              <xsd:enumeration value="Arabic (Saudi Arabia)"/>
              <xsd:enumeration value="Bulgarian (Bulgaria)"/>
              <xsd:enumeration value="Chinese (Hong Kong S.A.R.)"/>
              <xsd:enumeration value="Chinese (China)"/>
              <xsd:enumeration value="Chinese (Taiwan)"/>
              <xsd:enumeration value="Croatian (Croatia)"/>
              <xsd:enumeration value="Czech (Czech Republic)"/>
              <xsd:enumeration value="Danish (Denmark)"/>
              <xsd:enumeration value="Dutch (Netherlands)"/>
              <xsd:enumeration value="English"/>
              <xsd:enumeration value="Estonian (Estonia)"/>
              <xsd:enumeration value="Finnish (Finland)"/>
              <xsd:enumeration value="French (France)"/>
              <xsd:enumeration value="German (Germany)"/>
              <xsd:enumeration value="Greek (Greece)"/>
              <xsd:enumeration value="Hebrew (Israel)"/>
              <xsd:enumeration value="Hindi (India)"/>
              <xsd:enumeration value="Hungarian (Hungary)"/>
              <xsd:enumeration value="Indonesian (Indonesia)"/>
              <xsd:enumeration value="Italian (Italy)"/>
              <xsd:enumeration value="Japanese (Japan)"/>
              <xsd:enumeration value="Korean (Korea)"/>
              <xsd:enumeration value="Latvian (Latvia)"/>
              <xsd:enumeration value="Lithuanian (Lithuania)"/>
              <xsd:enumeration value="Malay (Malaysia)"/>
              <xsd:enumeration value="Norwegian (Bokmal) (Norway)"/>
              <xsd:enumeration value="Polish (Poland)"/>
              <xsd:enumeration value="Portuguese (Brazil)"/>
              <xsd:enumeration value="Portuguese (Portugal)"/>
              <xsd:enumeration value="Romanian (Romania)"/>
              <xsd:enumeration value="Russian (Russia)"/>
              <xsd:enumeration value="Serbian (Latin) (Serbia)"/>
              <xsd:enumeration value="Slovak (Slovakia)"/>
              <xsd:enumeration value="Slovenian (Slovenia)"/>
              <xsd:enumeration value="Spanish (Spain)"/>
              <xsd:enumeration value="Swedish (Sweden)"/>
              <xsd:enumeration value="Thai (Thailand)"/>
              <xsd:enumeration value="Turkish (Turkey)"/>
              <xsd:enumeration value="Ukrainian (Ukraine)"/>
              <xsd:enumeration value="Urdu (Islamic Republic of Pakistan)"/>
              <xsd:enumeration value="Vietnamese (Vietnam)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ba17b1-ca09-4865-ba6f-0714c5739852" elementFormDefault="qualified">
    <xsd:import namespace="http://schemas.microsoft.com/office/2006/documentManagement/types"/>
    <xsd:import namespace="http://schemas.microsoft.com/office/infopath/2007/PartnerControls"/>
    <xsd:element name="Content_x0020_Author_x0020_Email" ma:index="3" nillable="true" ma:displayName="Content Author Email" ma:list="UserInfo" ma:SharePointGroup="0" ma:internalName="Content_x0020_Author_x0020_Email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ntent_x0020_Owner1" ma:index="6" nillable="true" ma:displayName="Content Owner" ma:description="Identifies the business owner responsible for the accuracy and appropriate use of content items. Is generally hidden from view, but is used by the content management system to notify a responsible person that review or other content lifecycle" ma:list="UserInfo" ma:SharePointGroup="0" ma:internalName="Content_x0020_Owner1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cord" ma:index="7" nillable="true" ma:displayName="Record" ma:default="0" ma:description="​For collaborative or normal documents, the default is set to No." ma:internalName="Record" ma:readOnly="false">
      <xsd:simpleType>
        <xsd:restriction base="dms:Boolean"/>
      </xsd:simpleType>
    </xsd:element>
    <xsd:element name="Record_x0020_Series_x0020_Number" ma:index="8" nillable="true" ma:displayName="Record Series Number" ma:description="​If the record tag is set to yes, a valid Record Series Number (as defined by RM-00-001.AV is required to be present." ma:internalName="Record_x0020_Series_x0020_Number" ma:readOnly="false">
      <xsd:simpleType>
        <xsd:restriction base="dms:Text">
          <xsd:maxLength value="255"/>
        </xsd:restriction>
      </xsd:simpleType>
    </xsd:element>
    <xsd:element name="Sensitivity" ma:index="10" nillable="true" ma:displayName="Sensitivity" ma:default="Internal" ma:description="​Security level required by the content . Values = Public, Internal, Restricted, Secret" ma:format="Dropdown" ma:internalName="Sensitivity" ma:readOnly="false">
      <xsd:simpleType>
        <xsd:restriction base="dms:Choice">
          <xsd:enumeration value="Public"/>
          <xsd:enumeration value="Internal"/>
          <xsd:enumeration value="Restricted"/>
          <xsd:enumeration value="Secret"/>
        </xsd:restriction>
      </xsd:simpleType>
    </xsd:element>
    <xsd:element name="TaxCatchAllLabel" ma:index="12" nillable="true" ma:displayName="Taxonomy Catch All Column1" ma:hidden="true" ma:list="{54afce5c-2f10-4e48-a043-c6bf2bfdbb1a}" ma:internalName="TaxCatchAllLabel" ma:readOnly="true" ma:showField="CatchAllDataLabel" ma:web="08fbdb8f-318d-4d7c-89f1-0d880a9696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d4e770dece24acd81cc5ad0e0f5f382" ma:index="13" nillable="true" ma:taxonomy="true" ma:internalName="nd4e770dece24acd81cc5ad0e0f5f382" ma:taxonomyFieldName="Document_x0020_Categories" ma:displayName="Document Categories" ma:readOnly="false" ma:fieldId="{7d4e770d-ece2-4acd-81cc-5ad0e0f5f382}" ma:sspId="f53c2da0-965e-4c49-9e20-3f7554834061" ma:termSetId="0bc447bc-cd5f-4a5b-8cef-40c06dd9437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5168d4f87948a08fcc94d4eeda3704" ma:index="15" nillable="true" ma:displayName="Topic Column_0" ma:hidden="true" ma:internalName="me5168d4f87948a08fcc94d4eeda3704" ma:readOnly="false">
      <xsd:simpleType>
        <xsd:restriction base="dms:Note"/>
      </xsd:simpleType>
    </xsd:element>
    <xsd:element name="TaxCatchAll" ma:index="21" nillable="true" ma:displayName="Taxonomy Catch All Column" ma:hidden="true" ma:list="{54afce5c-2f10-4e48-a043-c6bf2bfdbb1a}" ma:internalName="TaxCatchAll" ma:readOnly="false" ma:showField="CatchAllData" ma:web="08fbdb8f-318d-4d7c-89f1-0d880a9696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fd4dfa-a196-4e18-a172-d711b8cb7c38" elementFormDefault="qualified">
    <xsd:import namespace="http://schemas.microsoft.com/office/2006/documentManagement/types"/>
    <xsd:import namespace="http://schemas.microsoft.com/office/infopath/2007/PartnerControls"/>
    <xsd:element name="MediaServiceFastMetadata" ma:index="2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Metadata" ma:index="24" nillable="true" ma:displayName="MediaServiceMetadata" ma:hidden="true" ma:internalName="MediaServiceMetadata" ma:readOnly="true">
      <xsd:simpleType>
        <xsd:restriction base="dms:Note"/>
      </xsd:simpleType>
    </xsd:element>
    <xsd:element name="MediaServiceGenerationTime" ma:index="2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f53c2da0-965e-4c49-9e20-3f7554834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fbdb8f-318d-4d7c-89f1-0d880a96961d" elementFormDefault="qualified">
    <xsd:import namespace="http://schemas.microsoft.com/office/2006/documentManagement/types"/>
    <xsd:import namespace="http://schemas.microsoft.com/office/infopath/2007/PartnerControls"/>
    <xsd:element name="SharedWithUsers" ma:index="3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2" ma:displayName="Author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AD3CD8-AC6C-4A1B-A694-68E28509BA05}">
  <ds:schemaRefs>
    <ds:schemaRef ds:uri="08fbdb8f-318d-4d7c-89f1-0d880a96961d"/>
    <ds:schemaRef ds:uri="3bba17b1-ca09-4865-ba6f-0714c5739852"/>
    <ds:schemaRef ds:uri="d5fd4dfa-a196-4e18-a172-d711b8cb7c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CDD3B79-0D0B-435A-B5AB-611E2F64FC9E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A53ACD37-0305-4393-BEFC-0BE8A4AB676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30B5EFA-D556-4062-AA33-B94FF897494C}">
  <ds:schemaRefs>
    <ds:schemaRef ds:uri="08fbdb8f-318d-4d7c-89f1-0d880a96961d"/>
    <ds:schemaRef ds:uri="3bba17b1-ca09-4865-ba6f-0714c5739852"/>
    <ds:schemaRef ds:uri="d5fd4dfa-a196-4e18-a172-d711b8cb7c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ffb99db-04b0-4879-8e73-d3174e57b086}" enabled="1" method="Standard" siteId="{ec3c7dee-d552-494b-a393-7f941a90b98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5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.AppleSystemUIFont</vt:lpstr>
      <vt:lpstr>Aptos</vt:lpstr>
      <vt:lpstr>Aptos Display</vt:lpstr>
      <vt:lpstr>Arial</vt:lpstr>
      <vt:lpstr>Arial Narrow</vt:lpstr>
      <vt:lpstr>Calibri</vt:lpstr>
      <vt:lpstr>Franklin Gothic Demi</vt:lpstr>
      <vt:lpstr>Roboto Regular</vt:lpstr>
      <vt:lpstr>Wingdings</vt:lpstr>
      <vt:lpstr>Office Theme</vt:lpstr>
      <vt:lpstr>1_Abv Onc Ven MABI</vt:lpstr>
      <vt:lpstr>Abv Onc Ven MABI</vt:lpstr>
      <vt:lpstr>11_ HLR359 Template</vt:lpstr>
      <vt:lpstr>think-cell Slide</vt:lpstr>
      <vt:lpstr>TITLE</vt:lpstr>
      <vt:lpstr>PowerPoint Presentation</vt:lpstr>
    </vt:vector>
  </TitlesOfParts>
  <Company>ZS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Setyawan</dc:creator>
  <cp:lastModifiedBy>Ujjwal Gupta</cp:lastModifiedBy>
  <cp:revision>2</cp:revision>
  <dcterms:created xsi:type="dcterms:W3CDTF">2025-01-24T16:25:40Z</dcterms:created>
  <dcterms:modified xsi:type="dcterms:W3CDTF">2026-09-24T13:05:03Z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0x0101004B4109C61AF0A942AC7BF183DA89D311</vt:lpwstr>
  </property>
  <property fmtid="{D5CDD505-2E9C-101B-9397-08002B2CF9AE}" pid="3" name="MediaServiceImageTags">
    <vt:lpwstr/>
  </property>
  <property fmtid="{D5CDD505-2E9C-101B-9397-08002B2CF9AE}" pid="4" name="pdobSourceOriginalWidth">
    <vt:r8>0</vt:r8>
  </property>
  <property fmtid="{D5CDD505-2E9C-101B-9397-08002B2CF9AE}" pid="5" name="pdobSourceOriginalHeight">
    <vt:r8>0</vt:r8>
  </property>
  <property fmtid="{D5CDD505-2E9C-101B-9397-08002B2CF9AE}" pid="6" name="pdobSourceCropLeft">
    <vt:r8>0</vt:r8>
  </property>
  <property fmtid="{D5CDD505-2E9C-101B-9397-08002B2CF9AE}" pid="7" name="pdobSourceCropRight">
    <vt:r8>0</vt:r8>
  </property>
  <property fmtid="{D5CDD505-2E9C-101B-9397-08002B2CF9AE}" pid="8" name="pdobSourceCropTop">
    <vt:r8>0</vt:r8>
  </property>
  <property fmtid="{D5CDD505-2E9C-101B-9397-08002B2CF9AE}" pid="9" name="pdobSourceCropBottom">
    <vt:r8>0</vt:r8>
  </property>
  <property fmtid="{D5CDD505-2E9C-101B-9397-08002B2CF9AE}" pid="10" name="pdobSourceWidth">
    <vt:r8>932.98046875</vt:r8>
  </property>
  <property fmtid="{D5CDD505-2E9C-101B-9397-08002B2CF9AE}" pid="11" name="pintSourceSlideIndex">
    <vt:i4>10</vt:i4>
  </property>
  <property fmtid="{D5CDD505-2E9C-101B-9397-08002B2CF9AE}" pid="12" name="pstrSourceShapeName">
    <vt:lpwstr>Chart 8</vt:lpwstr>
  </property>
  <property fmtid="{D5CDD505-2E9C-101B-9397-08002B2CF9AE}" pid="13" name="pdobSourceLeft">
    <vt:r8>22.4151172637939</vt:r8>
  </property>
  <property fmtid="{D5CDD505-2E9C-101B-9397-08002B2CF9AE}" pid="14" name="pdobSourceHeight">
    <vt:r8>340.147644042969</vt:r8>
  </property>
  <property fmtid="{D5CDD505-2E9C-101B-9397-08002B2CF9AE}" pid="15" name="pdobSourceTop">
    <vt:r8>83.2385864257813</vt:r8>
  </property>
  <property fmtid="{D5CDD505-2E9C-101B-9397-08002B2CF9AE}" pid="16" name="Document_x0020_Categories">
    <vt:lpwstr/>
  </property>
  <property fmtid="{D5CDD505-2E9C-101B-9397-08002B2CF9AE}" pid="17" name="Document Categories">
    <vt:lpwstr/>
  </property>
</Properties>
</file>